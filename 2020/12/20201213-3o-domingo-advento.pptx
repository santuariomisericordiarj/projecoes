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3"/>
  </p:notesMasterIdLst>
  <p:sldIdLst>
    <p:sldId id="256" r:id="rId2"/>
    <p:sldId id="257" r:id="rId3"/>
    <p:sldId id="258" r:id="rId4"/>
    <p:sldId id="259" r:id="rId5"/>
    <p:sldId id="260" r:id="rId6"/>
    <p:sldId id="261" r:id="rId7"/>
    <p:sldId id="429" r:id="rId8"/>
    <p:sldId id="264" r:id="rId9"/>
    <p:sldId id="265" r:id="rId10"/>
    <p:sldId id="266" r:id="rId11"/>
    <p:sldId id="267" r:id="rId12"/>
    <p:sldId id="410" r:id="rId13"/>
    <p:sldId id="268" r:id="rId14"/>
    <p:sldId id="269" r:id="rId15"/>
    <p:sldId id="572" r:id="rId16"/>
    <p:sldId id="556" r:id="rId17"/>
    <p:sldId id="535" r:id="rId18"/>
    <p:sldId id="477" r:id="rId19"/>
    <p:sldId id="278" r:id="rId20"/>
    <p:sldId id="358" r:id="rId21"/>
    <p:sldId id="537" r:id="rId22"/>
    <p:sldId id="574" r:id="rId23"/>
    <p:sldId id="411" r:id="rId24"/>
    <p:sldId id="282" r:id="rId25"/>
    <p:sldId id="471" r:id="rId26"/>
    <p:sldId id="605" r:id="rId27"/>
    <p:sldId id="606" r:id="rId28"/>
    <p:sldId id="607" r:id="rId29"/>
    <p:sldId id="608" r:id="rId30"/>
    <p:sldId id="288" r:id="rId31"/>
    <p:sldId id="437" r:id="rId32"/>
    <p:sldId id="603" r:id="rId33"/>
    <p:sldId id="304" r:id="rId34"/>
    <p:sldId id="305" r:id="rId35"/>
    <p:sldId id="369" r:id="rId36"/>
    <p:sldId id="581" r:id="rId37"/>
    <p:sldId id="582" r:id="rId38"/>
    <p:sldId id="610" r:id="rId39"/>
    <p:sldId id="609" r:id="rId40"/>
    <p:sldId id="310" r:id="rId41"/>
    <p:sldId id="311" r:id="rId42"/>
    <p:sldId id="312" r:id="rId43"/>
    <p:sldId id="547" r:id="rId44"/>
    <p:sldId id="314" r:id="rId45"/>
    <p:sldId id="611" r:id="rId46"/>
    <p:sldId id="612" r:id="rId47"/>
    <p:sldId id="613" r:id="rId48"/>
    <p:sldId id="614" r:id="rId49"/>
    <p:sldId id="375" r:id="rId50"/>
    <p:sldId id="377" r:id="rId51"/>
    <p:sldId id="320" r:id="rId52"/>
    <p:sldId id="321" r:id="rId53"/>
    <p:sldId id="322" r:id="rId54"/>
    <p:sldId id="323" r:id="rId55"/>
    <p:sldId id="378" r:id="rId56"/>
    <p:sldId id="379" r:id="rId57"/>
    <p:sldId id="587" r:id="rId58"/>
    <p:sldId id="484" r:id="rId59"/>
    <p:sldId id="381" r:id="rId60"/>
    <p:sldId id="588" r:id="rId61"/>
    <p:sldId id="589" r:id="rId62"/>
    <p:sldId id="391" r:id="rId63"/>
    <p:sldId id="392" r:id="rId64"/>
    <p:sldId id="393" r:id="rId65"/>
    <p:sldId id="591" r:id="rId66"/>
    <p:sldId id="525" r:id="rId67"/>
    <p:sldId id="592" r:id="rId68"/>
    <p:sldId id="593" r:id="rId69"/>
    <p:sldId id="596" r:id="rId70"/>
    <p:sldId id="400" r:id="rId71"/>
    <p:sldId id="401" r:id="rId72"/>
    <p:sldId id="402" r:id="rId73"/>
    <p:sldId id="403" r:id="rId74"/>
    <p:sldId id="404" r:id="rId75"/>
    <p:sldId id="405" r:id="rId76"/>
    <p:sldId id="406" r:id="rId77"/>
    <p:sldId id="487" r:id="rId78"/>
    <p:sldId id="488" r:id="rId79"/>
    <p:sldId id="408" r:id="rId80"/>
    <p:sldId id="407" r:id="rId81"/>
    <p:sldId id="409" r:id="rId82"/>
    <p:sldId id="343" r:id="rId83"/>
    <p:sldId id="344" r:id="rId84"/>
    <p:sldId id="351" r:id="rId85"/>
    <p:sldId id="352" r:id="rId86"/>
    <p:sldId id="347" r:id="rId87"/>
    <p:sldId id="490" r:id="rId88"/>
    <p:sldId id="597" r:id="rId89"/>
    <p:sldId id="598" r:id="rId90"/>
    <p:sldId id="560" r:id="rId91"/>
    <p:sldId id="353" r:id="rId9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FF"/>
    <a:srgbClr val="FF66CC"/>
    <a:srgbClr val="FF3399"/>
    <a:srgbClr val="7030A0"/>
    <a:srgbClr val="A365D1"/>
    <a:srgbClr val="893BC3"/>
    <a:srgbClr val="00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59408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71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9709dbf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9709dbf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16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9709dbf6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9709dbf6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282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a242b19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a242b19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94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9709dbf6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9709dbf6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20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7397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6698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98b97a52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98b97a52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947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98b97a52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98b97a52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068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96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98b97a525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98b97a525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0286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453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98b97a525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98b97a525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33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372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220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259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434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98b97a525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98b97a525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056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290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110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426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827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555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9904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687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55683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327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6655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57392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4308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4937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09638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8a65153c3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8a65153c3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3863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8729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6185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9511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7705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9151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07562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8a65153c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8a65153c3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660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2918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88a65153c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88a65153c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7055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8a65153c3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88a65153c3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261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138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0435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4455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3381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9037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54200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8877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8a242b1969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8a242b1969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0306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8adaa5bc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8adaa5bc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1389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8adaa5bc0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8adaa5bc0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84303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7314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79833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98989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0317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8cda3270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8cda3270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50048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10841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54880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84277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995510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29054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864668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0435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005592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17507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7173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850017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4946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73003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11667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10549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63312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38728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11701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c3aae26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c3aae26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37337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94159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36819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890305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219054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8adaa5bc0d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8adaa5bc0d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50488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14701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8adaa5bc0d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8adaa5bc0d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81276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adaa5bc0d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adaa5bc0d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626193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293888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01025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06433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917359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11020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8adaa5bc0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8adaa5bc0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8695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“... necessito de sacrifício repleto de amor, porque apenas este tem valor diante de Mim. Grandes são as dívidas contraídas pelo Mundo diante de Mim. Podem pagá-las as almas puras, pelo seu sacrifício, praticando a misericórdia em espírito”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1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Reflexão do Diário de Santa Faustina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Nº 1316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500" b="1" dirty="0" smtClean="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b="1" dirty="0" smtClean="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2º Domingo do Advento</a:t>
            </a:r>
            <a:endParaRPr sz="3500" b="1" dirty="0">
              <a:solidFill>
                <a:srgbClr val="FF33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 dia do Senhor, a comunidade se reúne para celebrar. A liturgia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dominical anuncia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o Senhor está perto e por isso devemos nos alegrar. A alegria 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sinais característicos da presença do Espírito de Deus no coração do homem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esta celebração, ingressamos na segunda parte deste tempo: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preparação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nascimento do Salvador. Em meio a tantas adversidades e desafios,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exultemos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alegria no Senhor e o celebremos.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36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ESSA MISSA SERÁ CELEBRADA PELAS SEGUINTES INTENÇÕES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Saudação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nome do Pai e do Filho e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Santo.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252000" y="751202"/>
            <a:ext cx="878925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Deus da esperança, que 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cumula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toda alegria e paz em nossa fé,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pela ação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Espírito Santo, esteja convosco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Bendito seja Deus que nos reuniu no amor de Cristo.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2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Entrada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4,4.5)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Alegrai-vos sempre no Senhor.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novo eu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 digo: alegrai-vos! O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está perto.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Ritos Iniciais - Antífona da Entrada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15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Ato Penitencial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Jesus Cristo, o Justo,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intercede por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 e nos reconcilia com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Pai, abramos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nosso espírito ao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arrependimento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sermos menos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indignos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aproximar-nos da mesa do Senhor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500" i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(Momento de </a:t>
            </a:r>
            <a:r>
              <a:rPr lang="pt-BR" sz="3500" i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silêncio)</a:t>
            </a:r>
          </a:p>
        </p:txBody>
      </p:sp>
      <p:sp>
        <p:nvSpPr>
          <p:cNvPr id="135" name="Google Shape;135;p2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que vindes visitar vosso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povo na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paz, tende piedade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que vindes salvar o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estava perdido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tende piedade de nós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tende piedade de nós.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que vindes criar um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mundo novo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tende piedade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998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todo-poderoso tenha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compaixão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nós, perdoe os nossos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pecados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conduza à vida eterna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61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</a:t>
            </a:r>
            <a:r>
              <a:rPr lang="pt-BR" sz="1600" b="1" dirty="0" smtClean="0">
                <a:solidFill>
                  <a:srgbClr val="F3F3F3"/>
                </a:solidFill>
              </a:rPr>
              <a:t>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7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OREMOS: Ó Deus de bondade, que vedes o vosso povo esperando fervoroso o natal do Senhor, dai chegarmos às alegrias da Salvação e celebrá-las sempre com intenso júbilo na solene liturgia. Por nosso Senhor Jesus Cristo, vosso Filho, na unidade do Espírito Santo.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</a:p>
        </p:txBody>
      </p:sp>
    </p:spTree>
    <p:extLst>
      <p:ext uri="{BB962C8B-B14F-4D97-AF65-F5344CB8AC3E}">
        <p14:creationId xmlns:p14="http://schemas.microsoft.com/office/powerpoint/2010/main" val="3889511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409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testemunho de uma 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moldada pela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Palavra, ilumina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coração humano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que, por sua vez,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transborda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alegria pela experiência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realizada pelo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da </a:t>
            </a:r>
            <a:r>
              <a:rPr lang="pt-BR" sz="1600" b="1" dirty="0" smtClean="0">
                <a:solidFill>
                  <a:srgbClr val="F3F3F3"/>
                </a:solidFill>
              </a:rPr>
              <a:t>Palavra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Primeira 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61,1-2a.10-11)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do Livro do Profeta Isaías</a:t>
            </a:r>
            <a:endParaRPr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do Senhor Deus está sobre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mim, porque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me ungiu; enviou-me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dar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boa-nova aos humildes, curar 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feridas 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alma, pregar a redenção para os cativos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liberdade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os que estão presos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61,1-2a.10-11)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19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proclamar o tempo da graça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Senhor. Exulto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alegria no Senhor e </a:t>
            </a:r>
            <a:r>
              <a:rPr lang="pt-BR" sz="3500" dirty="0" err="1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minh’alma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regozija-se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meu Deus; ele me vestiu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vestes da salvação, envolveu-me 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manto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justiça e adornou-me como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noivo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sua coroa, ou uma noiva 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suas </a:t>
            </a:r>
            <a:r>
              <a:rPr lang="pt-BR" sz="3500" dirty="0" err="1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jóias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Assim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a terra faz brotar a planta e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61,1-2a.10-11)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13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semente, assim o Senhor Deus fará germinar a justiça e a sua glória diante de todas 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nações.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61,1-2a.10-11)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308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Salmo Responsorial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Lc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1,46-48.49-50.53-54 (R/. 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61,10b)]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3500" b="1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minh’alma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se alegra no meu Deus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1999" y="87750"/>
            <a:ext cx="803596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5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500" b="1" dirty="0">
                <a:solidFill>
                  <a:srgbClr val="F3F3F3"/>
                </a:solidFill>
              </a:rPr>
              <a:t>[</a:t>
            </a:r>
            <a:r>
              <a:rPr lang="pt-BR" sz="1500" b="1" dirty="0" err="1">
                <a:solidFill>
                  <a:srgbClr val="F3F3F3"/>
                </a:solidFill>
              </a:rPr>
              <a:t>Lc</a:t>
            </a:r>
            <a:r>
              <a:rPr lang="pt-BR" sz="1500" b="1" dirty="0">
                <a:solidFill>
                  <a:srgbClr val="F3F3F3"/>
                </a:solidFill>
              </a:rPr>
              <a:t> 1,46-48.49-50.53-54 (R/. </a:t>
            </a:r>
            <a:r>
              <a:rPr lang="pt-BR" sz="1500" b="1" dirty="0" err="1">
                <a:solidFill>
                  <a:srgbClr val="F3F3F3"/>
                </a:solidFill>
              </a:rPr>
              <a:t>Is</a:t>
            </a:r>
            <a:r>
              <a:rPr lang="pt-BR" sz="1500" b="1" dirty="0">
                <a:solidFill>
                  <a:srgbClr val="F3F3F3"/>
                </a:solidFill>
              </a:rPr>
              <a:t> 61,10b)]</a:t>
            </a:r>
            <a:endParaRPr lang="pt-BR" sz="15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876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minha alma engrandece ao Senhor, *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alegrou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meu espírito em Deus,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meu Salvador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pois, ele viu a pequenez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 serva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* desde agora as gerações hão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chamar-me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bendita.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2;p35"/>
          <p:cNvSpPr txBox="1"/>
          <p:nvPr/>
        </p:nvSpPr>
        <p:spPr>
          <a:xfrm>
            <a:off x="251999" y="87750"/>
            <a:ext cx="803596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5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500" b="1" dirty="0">
                <a:solidFill>
                  <a:srgbClr val="F3F3F3"/>
                </a:solidFill>
              </a:rPr>
              <a:t>[</a:t>
            </a:r>
            <a:r>
              <a:rPr lang="pt-BR" sz="1500" b="1" dirty="0" err="1">
                <a:solidFill>
                  <a:srgbClr val="F3F3F3"/>
                </a:solidFill>
              </a:rPr>
              <a:t>Lc</a:t>
            </a:r>
            <a:r>
              <a:rPr lang="pt-BR" sz="1500" b="1" dirty="0">
                <a:solidFill>
                  <a:srgbClr val="F3F3F3"/>
                </a:solidFill>
              </a:rPr>
              <a:t> 1,46-48.49-50.53-54 (R/. </a:t>
            </a:r>
            <a:r>
              <a:rPr lang="pt-BR" sz="1500" b="1" dirty="0" err="1">
                <a:solidFill>
                  <a:srgbClr val="F3F3F3"/>
                </a:solidFill>
              </a:rPr>
              <a:t>Is</a:t>
            </a:r>
            <a:r>
              <a:rPr lang="pt-BR" sz="1500" b="1" dirty="0">
                <a:solidFill>
                  <a:srgbClr val="F3F3F3"/>
                </a:solidFill>
              </a:rPr>
              <a:t> 61,10b)]</a:t>
            </a:r>
            <a:endParaRPr lang="pt-BR" sz="1500" b="1" dirty="0">
              <a:solidFill>
                <a:srgbClr val="F3F3F3"/>
              </a:solidFill>
            </a:endParaRPr>
          </a:p>
        </p:txBody>
      </p:sp>
      <p:sp>
        <p:nvSpPr>
          <p:cNvPr id="11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3500" b="1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minh’alma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se alegra no meu Deus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2;p35"/>
          <p:cNvSpPr txBox="1"/>
          <p:nvPr/>
        </p:nvSpPr>
        <p:spPr>
          <a:xfrm>
            <a:off x="251999" y="87750"/>
            <a:ext cx="803596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5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500" b="1" dirty="0">
                <a:solidFill>
                  <a:srgbClr val="F3F3F3"/>
                </a:solidFill>
              </a:rPr>
              <a:t>[</a:t>
            </a:r>
            <a:r>
              <a:rPr lang="pt-BR" sz="1500" b="1" dirty="0" err="1">
                <a:solidFill>
                  <a:srgbClr val="F3F3F3"/>
                </a:solidFill>
              </a:rPr>
              <a:t>Lc</a:t>
            </a:r>
            <a:r>
              <a:rPr lang="pt-BR" sz="1500" b="1" dirty="0">
                <a:solidFill>
                  <a:srgbClr val="F3F3F3"/>
                </a:solidFill>
              </a:rPr>
              <a:t> 1,46-48.49-50.53-54 (R/. </a:t>
            </a:r>
            <a:r>
              <a:rPr lang="pt-BR" sz="1500" b="1" dirty="0" err="1">
                <a:solidFill>
                  <a:srgbClr val="F3F3F3"/>
                </a:solidFill>
              </a:rPr>
              <a:t>Is</a:t>
            </a:r>
            <a:r>
              <a:rPr lang="pt-BR" sz="1500" b="1" dirty="0">
                <a:solidFill>
                  <a:srgbClr val="F3F3F3"/>
                </a:solidFill>
              </a:rPr>
              <a:t> 61,10b)]</a:t>
            </a:r>
            <a:endParaRPr lang="pt-BR" sz="1500" b="1" dirty="0">
              <a:solidFill>
                <a:srgbClr val="F3F3F3"/>
              </a:solidFill>
            </a:endParaRPr>
          </a:p>
        </p:txBody>
      </p:sp>
      <p:sp>
        <p:nvSpPr>
          <p:cNvPr id="11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24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Poderoso fez por mim maravilhas. *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Santo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o seu nome! Seu amor, de geração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geração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* chega a todos que o respeitam.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2;p35"/>
          <p:cNvSpPr txBox="1"/>
          <p:nvPr/>
        </p:nvSpPr>
        <p:spPr>
          <a:xfrm>
            <a:off x="251999" y="87750"/>
            <a:ext cx="803596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5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500" b="1" dirty="0">
                <a:solidFill>
                  <a:srgbClr val="F3F3F3"/>
                </a:solidFill>
              </a:rPr>
              <a:t>[</a:t>
            </a:r>
            <a:r>
              <a:rPr lang="pt-BR" sz="1500" b="1" dirty="0" err="1">
                <a:solidFill>
                  <a:srgbClr val="F3F3F3"/>
                </a:solidFill>
              </a:rPr>
              <a:t>Lc</a:t>
            </a:r>
            <a:r>
              <a:rPr lang="pt-BR" sz="1500" b="1" dirty="0">
                <a:solidFill>
                  <a:srgbClr val="F3F3F3"/>
                </a:solidFill>
              </a:rPr>
              <a:t> 1,46-48.49-50.53-54 (R/. </a:t>
            </a:r>
            <a:r>
              <a:rPr lang="pt-BR" sz="1500" b="1" dirty="0" err="1">
                <a:solidFill>
                  <a:srgbClr val="F3F3F3"/>
                </a:solidFill>
              </a:rPr>
              <a:t>Is</a:t>
            </a:r>
            <a:r>
              <a:rPr lang="pt-BR" sz="1500" b="1" dirty="0">
                <a:solidFill>
                  <a:srgbClr val="F3F3F3"/>
                </a:solidFill>
              </a:rPr>
              <a:t> 61,10b)]</a:t>
            </a:r>
            <a:endParaRPr lang="pt-BR" sz="1500" b="1" dirty="0">
              <a:solidFill>
                <a:srgbClr val="F3F3F3"/>
              </a:solidFill>
            </a:endParaRPr>
          </a:p>
        </p:txBody>
      </p:sp>
      <p:sp>
        <p:nvSpPr>
          <p:cNvPr id="11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363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3500" b="1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minh’alma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se alegra no meu Deus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2;p35"/>
          <p:cNvSpPr txBox="1"/>
          <p:nvPr/>
        </p:nvSpPr>
        <p:spPr>
          <a:xfrm>
            <a:off x="251999" y="87750"/>
            <a:ext cx="803596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5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500" b="1" dirty="0">
                <a:solidFill>
                  <a:srgbClr val="F3F3F3"/>
                </a:solidFill>
              </a:rPr>
              <a:t>[</a:t>
            </a:r>
            <a:r>
              <a:rPr lang="pt-BR" sz="1500" b="1" dirty="0" err="1">
                <a:solidFill>
                  <a:srgbClr val="F3F3F3"/>
                </a:solidFill>
              </a:rPr>
              <a:t>Lc</a:t>
            </a:r>
            <a:r>
              <a:rPr lang="pt-BR" sz="1500" b="1" dirty="0">
                <a:solidFill>
                  <a:srgbClr val="F3F3F3"/>
                </a:solidFill>
              </a:rPr>
              <a:t> 1,46-48.49-50.53-54 (R/. </a:t>
            </a:r>
            <a:r>
              <a:rPr lang="pt-BR" sz="1500" b="1" dirty="0" err="1">
                <a:solidFill>
                  <a:srgbClr val="F3F3F3"/>
                </a:solidFill>
              </a:rPr>
              <a:t>Is</a:t>
            </a:r>
            <a:r>
              <a:rPr lang="pt-BR" sz="1500" b="1" dirty="0">
                <a:solidFill>
                  <a:srgbClr val="F3F3F3"/>
                </a:solidFill>
              </a:rPr>
              <a:t> 61,10b)]</a:t>
            </a:r>
            <a:endParaRPr lang="pt-BR" sz="1500" b="1" dirty="0">
              <a:solidFill>
                <a:srgbClr val="F3F3F3"/>
              </a:solidFill>
            </a:endParaRPr>
          </a:p>
        </p:txBody>
      </p:sp>
      <p:sp>
        <p:nvSpPr>
          <p:cNvPr id="11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701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bens saciou os famintos, *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despediu, sem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nada, os ricos. Acolheu Israel,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 servidor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* fiel ao seu amor.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2;p35"/>
          <p:cNvSpPr txBox="1"/>
          <p:nvPr/>
        </p:nvSpPr>
        <p:spPr>
          <a:xfrm>
            <a:off x="251999" y="87750"/>
            <a:ext cx="803596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5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500" b="1" dirty="0">
                <a:solidFill>
                  <a:srgbClr val="F3F3F3"/>
                </a:solidFill>
              </a:rPr>
              <a:t>[</a:t>
            </a:r>
            <a:r>
              <a:rPr lang="pt-BR" sz="1500" b="1" dirty="0" err="1">
                <a:solidFill>
                  <a:srgbClr val="F3F3F3"/>
                </a:solidFill>
              </a:rPr>
              <a:t>Lc</a:t>
            </a:r>
            <a:r>
              <a:rPr lang="pt-BR" sz="1500" b="1" dirty="0">
                <a:solidFill>
                  <a:srgbClr val="F3F3F3"/>
                </a:solidFill>
              </a:rPr>
              <a:t> 1,46-48.49-50.53-54 (R/. </a:t>
            </a:r>
            <a:r>
              <a:rPr lang="pt-BR" sz="1500" b="1" dirty="0" err="1">
                <a:solidFill>
                  <a:srgbClr val="F3F3F3"/>
                </a:solidFill>
              </a:rPr>
              <a:t>Is</a:t>
            </a:r>
            <a:r>
              <a:rPr lang="pt-BR" sz="1500" b="1" dirty="0">
                <a:solidFill>
                  <a:srgbClr val="F3F3F3"/>
                </a:solidFill>
              </a:rPr>
              <a:t> 61,10b)]</a:t>
            </a:r>
            <a:endParaRPr lang="pt-BR" sz="1500" b="1" dirty="0">
              <a:solidFill>
                <a:srgbClr val="F3F3F3"/>
              </a:solidFill>
            </a:endParaRPr>
          </a:p>
        </p:txBody>
      </p:sp>
      <p:sp>
        <p:nvSpPr>
          <p:cNvPr id="11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270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3500" b="1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minh’alma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se alegra no meu Deus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2;p35"/>
          <p:cNvSpPr txBox="1"/>
          <p:nvPr/>
        </p:nvSpPr>
        <p:spPr>
          <a:xfrm>
            <a:off x="251999" y="87750"/>
            <a:ext cx="803596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5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500" b="1" dirty="0">
                <a:solidFill>
                  <a:srgbClr val="F3F3F3"/>
                </a:solidFill>
              </a:rPr>
              <a:t>[</a:t>
            </a:r>
            <a:r>
              <a:rPr lang="pt-BR" sz="1500" b="1" dirty="0" err="1">
                <a:solidFill>
                  <a:srgbClr val="F3F3F3"/>
                </a:solidFill>
              </a:rPr>
              <a:t>Lc</a:t>
            </a:r>
            <a:r>
              <a:rPr lang="pt-BR" sz="1500" b="1" dirty="0">
                <a:solidFill>
                  <a:srgbClr val="F3F3F3"/>
                </a:solidFill>
              </a:rPr>
              <a:t> 1,46-48.49-50.53-54 (R/. </a:t>
            </a:r>
            <a:r>
              <a:rPr lang="pt-BR" sz="1500" b="1" dirty="0" err="1">
                <a:solidFill>
                  <a:srgbClr val="F3F3F3"/>
                </a:solidFill>
              </a:rPr>
              <a:t>Is</a:t>
            </a:r>
            <a:r>
              <a:rPr lang="pt-BR" sz="1500" b="1" dirty="0">
                <a:solidFill>
                  <a:srgbClr val="F3F3F3"/>
                </a:solidFill>
              </a:rPr>
              <a:t> 61,10b)]</a:t>
            </a:r>
            <a:endParaRPr lang="pt-BR" sz="1500" b="1" dirty="0">
              <a:solidFill>
                <a:srgbClr val="F3F3F3"/>
              </a:solidFill>
            </a:endParaRPr>
          </a:p>
        </p:txBody>
      </p:sp>
      <p:sp>
        <p:nvSpPr>
          <p:cNvPr id="11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882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Segunda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(1Ts 5,16-24)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da Primeira Carta de São Paulo aos Tessalonicenses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Irmãos: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sempre alegres!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Rezai sem cessar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em todas 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circunstâncias, porque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essa é a vosso respeito a vontade de Deus em Jesus Cristo. Não apagueis o espírito!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(1Ts 5,16-24)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desprezeis as profecias,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 examinai tudo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guardai o que for bom.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Afastai-vos de toda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espécie de maldade!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próprio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paz vos santifique totalmente, e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tudo aquilo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sois — espírito, alma, corpo —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seja conservado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sem mancha alguma para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vinda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nosso Senhor Jesus Cristo! Aquele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vos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(1Ts 5,16-24)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21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 chamou é fiel; ele mesmo realizará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isso.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(1Ts 5,16-24)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21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Evangelho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Jo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1,6-8.19-28)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esteja convosco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Proclamação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Evangelho de Jesus Cristo segundo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João.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1,6-8.19-28)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SURGIU UM HOMEM enviado por Deus;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 nome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era João.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veio como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testemunha,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dar testemunho da luz, para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 chegassem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fé por meio dele.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era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luz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mas veio para dar testemunho da luz.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Este foi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testemunho de João, quando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judeus enviaram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Jerusalém sacerdotes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levitas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1,6-8.19-28)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059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perguntar: “Quem és tu?”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João confessou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negou. Confessou: “Eu não sou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Messias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perguntaram: “Quem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és, então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 És tu Elias?” João respondeu: “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sou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 Eles perguntaram: “És o Profeta?”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respondeu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“Não”.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Perguntaram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Quem és, afinal? Temos que levar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1,6-8.19-28)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9530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resposta para aqueles que nos enviaram.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dizes de ti mesmo?”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João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declarou: “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sou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voz que grita no deserto: ‘Aplanai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caminho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Senhor’” — conforme disse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profeta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Isaías.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os que tinham sido enviados pertenciam aos fariseus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perguntaram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“Por que então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andas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1,6-8.19-28)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5498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batizando, se não és o Messias, nem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Elias, nem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Profeta?”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João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respondeu: “Eu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batizo com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água; mas no meio de vós está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aquele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vós não conheceis,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vem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depois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mim. Eu não mereço desamarrar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correia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suas sandálias”. Isso aconteceu em Betânia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1,6-8.19-28)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0207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além do Jordão, onde João estava batizando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Salvação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1,6-8.19-28)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442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Profissão de Fé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Creio em 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criador do céu e da terra. / E em Jesus Cristo, seu único Filho, nosso Senhor, / que foi concebido pelo poder do Espírito Santo; / nasceu da Virgem Maria; / padeceu sob </a:t>
            </a:r>
            <a:r>
              <a:rPr lang="pt-BR" sz="3500" b="1" dirty="0" err="1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Pôncio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Pilatos, / foi crucificado, morto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9"/>
          <p:cNvSpPr txBox="1">
            <a:spLocks noGrp="1"/>
          </p:cNvSpPr>
          <p:nvPr>
            <p:ph type="body" idx="1"/>
          </p:nvPr>
        </p:nvSpPr>
        <p:spPr>
          <a:xfrm>
            <a:off x="252000" y="566270"/>
            <a:ext cx="8892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sepultado. / Desceu à mansão dos mortos;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/ ressuscitou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 terceiro dia; / subiu aos céus; / está sentado à direita de Deus Pai todo- poderoso, / donde há de vir a julgar os vivos e os mortos. / Creio no Espírito Santo; / na Santa Igreja Católica; / na comunhão dos santos; / na remissão dos pecados; / na ressurreição da carne; / na vida eterna. / Amém.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6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77" name="Google Shape;477;p6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7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Preces da Comunidade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85" name="Google Shape;485;p7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8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Preces da Comunidade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Irmãos e irmãs, alegres pelo Senhor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vai chegar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apresentemos nossas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orações, dizendo: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Enviai, Senhor, o vosso Espírito Santo!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749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Ensinai-nos, Senhor, a não buscarmos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glória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pessoal com nossas atitudes, mas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vossa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presença resplandeça através 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 testemunho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Enviai, Senhor, o vosso Espírito Santo!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Conduzi-nos, Senhor, a sermos autênticos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alegres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mensageiros de vossa Palavra,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neste tempo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que nos preparamos para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 acolher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 Natal, rezemos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Enviai, Senhor, o vosso Espírito Santo!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7727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Enchei-nos, Senhor, com o dom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alegria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vem de Vós, a fim de que o mundo,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vendo 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amor misericordioso, possa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alegrar-se com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vossa presença, rezemos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Enviai, Senhor, o vosso Espírito Santo!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7938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Fortalecei, Senhor, a nossa paciência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esperança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diante das adversidades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desafios do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tempo presente, a fim de que nunca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 desviemos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vosso amor fiel,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Enviai, Senhor, o vosso Espírito Santo!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4808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a vossa virgem e mártir, Santa Luzia, ensinou com sua própria vida a entrega total. Dai-nos, por sua intercessão, a graça de fixarmos sempre os nossos olhos em Vós,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Enviai, Senhor, o vosso Espírito Santo!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3329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Outras preces...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Enviai, Senhor, o vosso Espírito Santo!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9600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Assisti, Senhor, com a vossa graça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estes vossos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filhos e filhas que elevam até Vós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esta oração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 Concedei-lhes a força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necessitam para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prepararem dignamente o coração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receber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vosso Filho que convosco vive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reina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na unidade do Espírito Santo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0888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Orai, irmãos e irmãs, para que, levando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 altar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as alegrias e fadigas de cada dia,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 disponhamos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oferecer um sacrifício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aceito 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Receba o Senhor por tuas mãos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este sacrifício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para glória do seu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nome, para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 bem e de toda a santa Igreja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7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Convite à 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45" name="Google Shape;545;p7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Possamos, ó Pai, oferecer-vos sem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cessar estes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dons da nossa devoção, para que,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 celebrarmos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sacramento que nos destes,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 realizem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nós as maravilhas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salvação.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Senhor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7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7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Oração Sobre as Oferendas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53" name="Google Shape;553;p7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Eucarística II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Prefácio do Advento II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 dupla espera de Cristo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esteja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- Oração Eucarística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Corações ao alto.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nosso coração está em Deus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emos graças ao Senhor, nosso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É nosso dever e nossa salvação.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4716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é justo e necessário, é nosso dever e salvação dar-vos graças, sempre e em todo o lugar, Senhor, Pai santo, Deus eterno e todo-poderoso, por Cristo, Senhor nosso. Predito por todos os profetas, esperado com amor de mãe pela Virgem Maria, Jesus foi anunciado e mostrado presente no mundo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4336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 João Batista. O próprio Senhor nos dá a alegria de entrarmos agora no mistério do seu Natal, para que sua chegada nos encontre vigilantes na oração e celebrando os seus louvores. Por essa razão, agora e sempre, nós nos unimos aos anjos e a todos os santos, cantando (dizendo) a uma só voz: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5852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411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17339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 Santo,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do universo!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céu e a terra proclamam 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glória.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alturas!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Bendito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vem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nome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Senhor!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alturas!</a:t>
            </a:r>
            <a:endParaRPr lang="pt-BR" sz="3500" b="1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2801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ó Pai, vós sois santo e fonte de toda santidade. Santificai, pois, estas oferendas, derramando sobre elas o vosso Espírito, a fim de que se tornem para nós o Corpo e </a:t>
            </a:r>
            <a:r>
              <a:rPr lang="pt-BR" sz="3200" b="1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Sangue de Jesus Cristo, vosso Filho e Senhor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Santificai nossa oferenda, ó Senhor!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7792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Estando para ser entregue e abraçando livremente a paixão, ele tomou o pão, deu graças, e o partiu e deu a seus discípulos, dizendo: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1713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1340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Eis o mistério da fé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Todas as vezes que comemos deste pão e bebemos deste cálice, anunciamos, Senhor, a vossa morte, enquanto esperamos a vossa vinda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9475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Celebrando, pois, a memória da morte e ressurreição do vosso Filho, nós vos oferecemos, ó Pai, o pão da vida e o cálice da salvação; e vos agradecemos porque nos tornastes dignos de estar aqui na vossa presença e vos servir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ó Senhor, a nossa oferta!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0564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8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nós vos suplicamos que,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participando 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Corpo e Sangue 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sejamos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reunidos pelo Espírito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Santo num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só corpo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Fazei de nós um só corpo e um só espírito!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8428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Lembrai-vos, ó Pai, da vossa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Igreja 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faz presente pelo mundo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inteiro: 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 cresça na caridade, com o Papa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Francisco,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o nosso Bispo </a:t>
            </a:r>
            <a:r>
              <a:rPr lang="pt-BR" sz="35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Orani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ministros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vosso povo.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da vossa Igreja!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7309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Lembrai-vos também dos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nossos irmãos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irmãs que morreram 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esperança 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ressurreição e de todos 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partiram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desta vida: acolhei-os junto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vós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luz da vossa face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dos vossos filhos!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701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431279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Enfim, nós vos pedimos, tende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piedade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todos nós e dai-nos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participar 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 eterna, com a Virgem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Maria, Mãe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Deus, com São José, seu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esposo, com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santos Apóstolos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que neste mundo vos serviram,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fim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louvarmos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glorificarmos por Jesus Cristo, vosso Filho.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Concedei-nos o convívio dos eleitos!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9914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Cristo, com Cristo, em Cristo, a vós, Deus Pai todo-poderoso, na unidade do Espírito Santo, toda a honra e toda a glória, agora e para sempre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7781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Rito da Comunhão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Guiados pelo Espírito de Jesus e iluminados pela sabedoria do Evangelho, ousamos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dizer: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 nosso que estais nos Céus, santificado seja o Vosso Nome,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venha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nós 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reino,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1253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 feita a Vossa vontade, assim na terra como no Céu. O pão nosso de cada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 nos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dai hoje; perdoai-nos as nossas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ofensas, assim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como nós perdoamos a quem nos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tem ofendido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 não nos deixeis cair em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tentação, mas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livrai-nos do mal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(*Após 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 Pai Nosso não se diz 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Amém.)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8609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432707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Livrai-nos de todos os males, ó Pai,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hoje a vossa paz. Ajudados pela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misericórdia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sejamos sempre livres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pecado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protegidos de todos os perigos,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enquanto, vivendo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esperança,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aguardamos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vinda de Cristo salvador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é o Reino, o poder e a glória para sempre!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2357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 Jesus Cristo, dissestes aos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vossos apóstolos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eu vos deixo a paz, eu vos dou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minha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paz. Não olheis os nossos pecados,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fé que anima vossa Igreja; dai-lhe, segundo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desejo,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 e a unidade. Vós, que sois Deus, com o Pai e o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977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paz do Senhor esteja sempre convosco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amor de Cristo nos uniu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0692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 que tirais o pecado do mundo, dai-nos a paz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7585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Felizes os convidados para a ceia do Senhor. Eis o Cordeiro de Deus, que tira o pecado do mundo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eu não sou digno de que entreis em minha morada, mas dizei uma palavra e serei salvo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591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2440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4451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COMUNHÃO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(Aguardem os padres e ministros</a:t>
            </a:r>
            <a:b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nos seus lugares.)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596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Comunhão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(Cf. 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35,4)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Dizei aos tímidos: coragem, não temais; eis que chega o nosso Deus, ele mesmo vai salvar-nos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Antífona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304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AÇÃO DE GRAÇAS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6314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OREMOS: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Imploramos, ó Pai,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clemência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que estes sacramentos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purifiquem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dos pecados e nos preparem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as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festas que se aproximam. Por Cristo,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 Senhor.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0" name="Google Shape;720;p10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 </a:t>
            </a:r>
            <a:r>
              <a:rPr lang="pt-BR" sz="1600" b="1" dirty="0">
                <a:solidFill>
                  <a:srgbClr val="F3F3F3"/>
                </a:solidFill>
              </a:rPr>
              <a:t>- Depois da Comunhão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1" name="Google Shape;721;p10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8" name="Google Shape;728;p10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Vivência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9" name="Google Shape;729;p10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814179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verdadeira alegria, dom do Espírito Santo, nasce da oração, da abertura do coração e daquela vida que faz a vontade de Deus em todas as coisas. Que nesta semana, cada um possa ser e transbordar a alegria de Deus no coração dos irmãos, parentes e amigos, mostrando assim que o Senhor está bem perto.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Benção Final e Despedida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Senhor esteja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 está no meio de nós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o Deus onipotente e misericordioso vos ilumine com o advento do seu Filho, em cuja vinda credes e cuja volta esperais, e derrame sobre vós as suas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bênçãos.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754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durante esta vida ele vos torne firmes na fé, alegres na esperança, solícitos na caridade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5666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Alegrando-vos agora pela vinda do Salvador feito homem, sejais recompensados com a vida eterna, quando vier de novo em sua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glória.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4360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Abençoe-vos Deus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todo-poderoso, Pai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Filho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alegria do Senhor seja a vossa força; ide em paz e o Senhor vos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acompanhe.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27478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3755</Words>
  <Application>Microsoft Office PowerPoint</Application>
  <PresentationFormat>Apresentação na tela (16:9)</PresentationFormat>
  <Paragraphs>317</Paragraphs>
  <Slides>91</Slides>
  <Notes>91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91</vt:i4>
      </vt:variant>
    </vt:vector>
  </HeadingPairs>
  <TitlesOfParts>
    <vt:vector size="95" baseType="lpstr">
      <vt:lpstr>Arial</vt:lpstr>
      <vt:lpstr>Calibri</vt:lpstr>
      <vt:lpstr>Cambria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</dc:creator>
  <cp:lastModifiedBy>Ale</cp:lastModifiedBy>
  <cp:revision>254</cp:revision>
  <dcterms:modified xsi:type="dcterms:W3CDTF">2020-12-12T20:11:19Z</dcterms:modified>
</cp:coreProperties>
</file>
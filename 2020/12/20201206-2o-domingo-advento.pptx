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4"/>
  </p:notesMasterIdLst>
  <p:sldIdLst>
    <p:sldId id="256" r:id="rId2"/>
    <p:sldId id="257" r:id="rId3"/>
    <p:sldId id="258" r:id="rId4"/>
    <p:sldId id="259" r:id="rId5"/>
    <p:sldId id="260" r:id="rId6"/>
    <p:sldId id="261" r:id="rId7"/>
    <p:sldId id="429" r:id="rId8"/>
    <p:sldId id="264" r:id="rId9"/>
    <p:sldId id="265" r:id="rId10"/>
    <p:sldId id="266" r:id="rId11"/>
    <p:sldId id="267" r:id="rId12"/>
    <p:sldId id="410" r:id="rId13"/>
    <p:sldId id="268" r:id="rId14"/>
    <p:sldId id="269" r:id="rId15"/>
    <p:sldId id="572" r:id="rId16"/>
    <p:sldId id="556" r:id="rId17"/>
    <p:sldId id="535" r:id="rId18"/>
    <p:sldId id="477" r:id="rId19"/>
    <p:sldId id="278" r:id="rId20"/>
    <p:sldId id="358" r:id="rId21"/>
    <p:sldId id="537" r:id="rId22"/>
    <p:sldId id="574" r:id="rId23"/>
    <p:sldId id="575" r:id="rId24"/>
    <p:sldId id="411" r:id="rId25"/>
    <p:sldId id="282" r:id="rId26"/>
    <p:sldId id="471" r:id="rId27"/>
    <p:sldId id="599" r:id="rId28"/>
    <p:sldId id="600" r:id="rId29"/>
    <p:sldId id="601" r:id="rId30"/>
    <p:sldId id="602" r:id="rId31"/>
    <p:sldId id="288" r:id="rId32"/>
    <p:sldId id="437" r:id="rId33"/>
    <p:sldId id="603" r:id="rId34"/>
    <p:sldId id="580" r:id="rId35"/>
    <p:sldId id="304" r:id="rId36"/>
    <p:sldId id="305" r:id="rId37"/>
    <p:sldId id="369" r:id="rId38"/>
    <p:sldId id="581" r:id="rId39"/>
    <p:sldId id="582" r:id="rId40"/>
    <p:sldId id="310" r:id="rId41"/>
    <p:sldId id="311" r:id="rId42"/>
    <p:sldId id="312" r:id="rId43"/>
    <p:sldId id="547" r:id="rId44"/>
    <p:sldId id="314" r:id="rId45"/>
    <p:sldId id="583" r:id="rId46"/>
    <p:sldId id="584" r:id="rId47"/>
    <p:sldId id="585" r:id="rId48"/>
    <p:sldId id="375" r:id="rId49"/>
    <p:sldId id="377" r:id="rId50"/>
    <p:sldId id="320" r:id="rId51"/>
    <p:sldId id="321" r:id="rId52"/>
    <p:sldId id="322" r:id="rId53"/>
    <p:sldId id="323" r:id="rId54"/>
    <p:sldId id="378" r:id="rId55"/>
    <p:sldId id="379" r:id="rId56"/>
    <p:sldId id="587" r:id="rId57"/>
    <p:sldId id="604" r:id="rId58"/>
    <p:sldId id="484" r:id="rId59"/>
    <p:sldId id="381" r:id="rId60"/>
    <p:sldId id="588" r:id="rId61"/>
    <p:sldId id="589" r:id="rId62"/>
    <p:sldId id="391" r:id="rId63"/>
    <p:sldId id="392" r:id="rId64"/>
    <p:sldId id="393" r:id="rId65"/>
    <p:sldId id="591" r:id="rId66"/>
    <p:sldId id="525" r:id="rId67"/>
    <p:sldId id="592" r:id="rId68"/>
    <p:sldId id="593" r:id="rId69"/>
    <p:sldId id="596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87" r:id="rId78"/>
    <p:sldId id="488" r:id="rId79"/>
    <p:sldId id="408" r:id="rId80"/>
    <p:sldId id="407" r:id="rId81"/>
    <p:sldId id="409" r:id="rId82"/>
    <p:sldId id="343" r:id="rId83"/>
    <p:sldId id="344" r:id="rId84"/>
    <p:sldId id="351" r:id="rId85"/>
    <p:sldId id="352" r:id="rId86"/>
    <p:sldId id="568" r:id="rId87"/>
    <p:sldId id="347" r:id="rId88"/>
    <p:sldId id="490" r:id="rId89"/>
    <p:sldId id="597" r:id="rId90"/>
    <p:sldId id="598" r:id="rId91"/>
    <p:sldId id="560" r:id="rId92"/>
    <p:sldId id="353" r:id="rId9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A365D1"/>
    <a:srgbClr val="893BC3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59408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71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9709dbf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9709dbf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1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709dbf6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709dbf6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28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a242b19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a242b19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94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20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739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698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98b97a52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98b97a52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947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98b97a52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98b97a52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8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96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98b97a525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98b97a525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28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453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98b97a525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98b97a525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33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372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220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259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434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98b97a52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98b97a52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56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290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0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426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827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0082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555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904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687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4165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697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8782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3216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308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4937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09638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98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8a65153c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8a65153c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863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8729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6185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9511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7705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8a65153c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8a65153c3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660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918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88a65153c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88a65153c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7055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8a65153c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8a65153c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261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138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2020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9894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9919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4200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8877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8a242b196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8a242b1969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0306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8adaa5bc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8adaa5bc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1389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adaa5bc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adaa5bc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8430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7314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7983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9898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031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3541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8cda327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8cda3270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50048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10841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5488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84277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95510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2905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6466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435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005592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7507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7173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850017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94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3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11667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10549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63312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8728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170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c3aae26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c3aae26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37337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4159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3681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90305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19054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8adaa5bc0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8adaa5bc0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0488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701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8adaa5bc0d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8adaa5bc0d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81276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adaa5bc0d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adaa5bc0d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26193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130849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93888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01025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06433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17359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11020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8adaa5bc0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8adaa5bc0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695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“... necessito de sacrifício repleto de amor, porque apenas este tem valor diante de Mim. Grandes são as dívidas contraídas pelo Mundo diante de Mim. Podem pagá-las as almas puras, pelo seu sacrifício, praticando a misericórdia em espírito”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Reflexão do Diário de Santa Faustina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Nº 1316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2º 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Domingo do Advento</a:t>
            </a:r>
            <a:endParaRPr sz="3500" b="1" dirty="0">
              <a:solidFill>
                <a:srgbClr val="A365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 domingo nos encontramos para celebrar o dia que o Senhor, já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ressuscitado, virá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segunda vez. Com o coração cheio de esperança somos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interpelados, pela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liturgia que celebramos, a preparar o caminho para o Senhor que vem. Iluminados pela palavra proclamada e fortalecidos pelo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Corpo e Sangue de Cristo,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saberemos como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fazer para acolhê-Lo em nossa vida.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36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ESSA MISSA SERÁ CELEBRADA PELAS SEGUINTES INTENÇÕES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Saudação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nome do Pai e do Filho e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Santo.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252000" y="751202"/>
            <a:ext cx="878925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Senhor, que encaminha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nossos corações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o amor de Deus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constância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Cristo,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Bendito seja Deus que nos reuniu no amor de Cristo.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2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Entrada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(Cf. 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30,19.30)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Povo de Sião, o Senhor vem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salvar 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nações! E, na alegria do vosso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coração, soará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majestosa a sua voz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Antífona da Entrada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Ato Penitencial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Jesus, que nos convida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mesa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Palavra e da Eucaristia,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chama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conversão. Reconheçamos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 pecadores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invoquemos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confiança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misericórdia do Pai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500" i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(Momento de </a:t>
            </a:r>
            <a:r>
              <a:rPr lang="pt-BR" sz="3500" i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silêncio)</a:t>
            </a:r>
          </a:p>
        </p:txBody>
      </p:sp>
      <p:sp>
        <p:nvSpPr>
          <p:cNvPr id="135" name="Google Shape;135;p2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sois o defensor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pobres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tende piedade de 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que sois o refúgio dos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fracos, tende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piedade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nós.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sois a esperança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pecadores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tende piedade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998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todo-poderoso tenha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compaixão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nós, perdoe os nossos pecados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conduza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6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431285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OREMOS: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Deus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todo-poderoso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cheio de misericórdia, nós vos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pedimos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nenhuma atividade terrena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impeça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correr ao encontro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vosso Filho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mas, instruídos pela vossa sabedoria, participemos da plenitude de sua vida. Por nosso Senhor Jesus Cristo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vosso Filho, na unidade do Espírito Santo.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</a:t>
            </a:r>
            <a:r>
              <a:rPr lang="pt-BR" sz="1600" b="1" dirty="0" smtClean="0">
                <a:solidFill>
                  <a:srgbClr val="F3F3F3"/>
                </a:solidFill>
              </a:rPr>
              <a:t>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511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9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não deseja que ninguém se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perca 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 isso, nos chama à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conversão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coração, para que sua promessa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seja realizada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todos sejam reunidos num único rebanho. Para tanto, preparai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caminho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da </a:t>
            </a:r>
            <a:r>
              <a:rPr lang="pt-BR" sz="1600" b="1" dirty="0" smtClean="0">
                <a:solidFill>
                  <a:srgbClr val="F3F3F3"/>
                </a:solidFill>
              </a:rPr>
              <a:t>Palavra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Primeira 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40,1-5.9-11)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do Livro do Profeta Isaías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“Consolai o meu povo, consolai-o! –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diz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vosso Deus –.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Falai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coração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Jerusalém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dizei em alta voz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servidão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acabou e a expiação de suas culpas foi cumprida;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ela recebeu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das mãos do Senhor o dobro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40,1-5.9-11)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19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os seus pecados.”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Grita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voz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Preparai no deserto o caminho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aplanai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solidão a estrada de nosso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Deus. Nivelem-se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os vales, rebaixem-se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montes e colinas; endireite-se o que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torto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alisem-se as asperezas: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então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manifestará, e todos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homens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40,1-5.9-11)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13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verão juntamente o que a boca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falou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Sobe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um alto monte, tu, que trazes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boa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nova a Sião; levanta com força a tua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voz, tu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que trazes a boa-nova a Jerusalém, ergue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voz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não temas; dize às cidades de Judá: ‘Eis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eis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o Senhor Deus vem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poder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seu braço tudo domina: eis,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40,1-5.9-11)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308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conquista, eis à sua frente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vitória. Como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pastor, ele apascenta o rebanho,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reúne, com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força dos braços, os cordeiros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carrega-os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colo; ele mesmo tange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 ovelhas-mães’”.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40,1-5.9-11)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084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Salmo Responsorial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[84(85)]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Mostrai-nos, ó Senhor, vossa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bondade, e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vossa salvação nos concedei!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[84(85)]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6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Quero ouvir o que o Senhor irá falar: *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paz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ele vai anunciar; a paz para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povo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seus amigos, * para os que voltam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Senhor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coração. Está perto a salvação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temem, * e a glória habitará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nossa terra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[84(85)]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Mostrai-nos, ó Senhor, vossa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bondade, e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vossa salvação nos concedei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[84(85)]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24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verdade e o amor se encontrarão, *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justiça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a paz se abraçarão; da terra brotará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fidelidade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* e a justiça olhará dos altos céus.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[84(85)]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422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Mostrai-nos, ó Senhor, vossa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bondade, e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vossa salvação nos concedei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[84(85)]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686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nos dará tudo o que é bom, *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nossa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terra nos dará suas colheitas;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justiça andará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sua frente * e a salvação há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seguir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passos seus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[84(85)]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915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Mostrai-nos, ó Senhor, vossa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bondade, e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vossa salvação nos concedei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[84(85)]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316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Segunda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(2Pd 3,8-14)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da Segunda Carta de São Pedro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coisa vós não podeis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desconhecer, caríssimos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para o Senhor, um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 é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mil anos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mil anos como um dia.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tarda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cumprir sua promessa, como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pensam alguns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achando que demora. Ele está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usando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(2Pd 3,8-14)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paciência para convosco. Pois não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deseja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alguém se perca. Ao contrário, quer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todos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venham a converter-se.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chegará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um ladrão, e então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céus acabarão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barulho espantoso;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elementos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devorados pelas chamas,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dissolverão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 a terra será consumida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(2Pd 3,8-14)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21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tudo o que nela se fez.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desse modo tudo se vai desintegrar, qual não deve ser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vosso empenho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numa vida santa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piedosa, enquanto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esperais com anseio a vinda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 quando os céus em chama se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vão derreter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 os elementos, consumidos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pelo fogo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se fundirão?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nós esperamos,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(2Pd 3,8-14)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21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acordo com a sua promessa, são novos céus e uma nova terra, onde habitará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justiça. Caríssimos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vivendo nessa esperança,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esforçai-vos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que ele vos encontre numa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pura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sem mancha e em paz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(2Pd 3,8-14)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35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Evangelho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(Mc 1,1-8)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Proclamação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Evangelho de Jesus Cristo segundo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Marcos.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1,1-8)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INÍCIO DO EVANGELHO DE JESUS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Filho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Deus.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Está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escrito no livro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profeta Isaías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“Eis que envio meu mensageiro à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tua frente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para preparar o teu caminho.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voz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daquele que grita no deserto: ‘Preparai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caminho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Senhor, endireitai suas estradas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!’” Foi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assim que João Batista apareceu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1,1-8)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059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deserto, pregando um batismo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conversão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perdão dos pecados.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região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Judéia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todos os moradores de Jerusalém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iam ao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encontro. Confessavam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seus pecados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João os batizava no rio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Jordão. João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vestia com uma pele de camelo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comia gafanhotos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mel do campo.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pregava,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1,1-8)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53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dizendo: “Depois de mim virá alguém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mais forte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que eu. Eu nem sou digno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abaixar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desamarrar suas sandálias.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8Eu vos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batizei com água, mas ele vos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batizará com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Espírito Santo”.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(Mc 1,1-8)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549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Profissão de Fé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Creio em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criador do céu e da terra. / E em Jesus Cristo, seu único Filho, nosso Senhor, / que foi concebido pelo poder do Espírito Santo; / nasceu da Virgem Maria; / padeceu sob </a:t>
            </a:r>
            <a:r>
              <a:rPr lang="pt-BR" sz="3500" b="1" dirty="0" err="1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Pôncio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Pilatos, / foi crucificado, morto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 txBox="1">
            <a:spLocks noGrp="1"/>
          </p:cNvSpPr>
          <p:nvPr>
            <p:ph type="body" idx="1"/>
          </p:nvPr>
        </p:nvSpPr>
        <p:spPr>
          <a:xfrm>
            <a:off x="252000" y="56627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sepultado. / Desceu à mansão dos mortos;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/ ressuscitou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terceiro dia; / subiu aos céus; / está sentado à direita de Deus Pai todo- poderoso, / donde há de vir a julgar os vivos e os mortos. / Creio no Espírito Santo; / na Santa Igreja Católica; / na comunhão dos santos; / na remissão dos pecados; / na ressurreição da carne; / na vida eterna. / Amém.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6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77" name="Google Shape;477;p6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7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Preces da Comunidade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8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Preces da Comunidade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Enquanto aguardamos a vinda do Senhor, apresentemos os nossos pedidos, para que estejamos cada vez mais preparados para a sua chegada.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Digamos: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Senhor, a nossa oração confiante.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749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voz profética da Igreja,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 chama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à conversão, anuncie com coragem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destemor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boa nova da Salvação,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Senhor, a nossa oração confiante.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o Papa e os Bispos,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obtenham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força do Bom Pastor no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ministério 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apascentar e reunir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rebanho 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Senhor, a nossa oração confiante.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18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nossa relação pessoal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 seja alimentada pela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palavra 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e pela vida de oração,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Senhor, a nossa oração confiante.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98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atitudes solidárias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fraternas despertem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coração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um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compromisso de amor efetivo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 sociedade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no mundo,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Senhor, a nossa oração confiante.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0430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Outras preces...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Senhor, a nossa oração confiante.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60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de amor e bondade,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coração se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prepara para a vinda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Filho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; concedei-nos pela nossa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oração, permanecermos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 verdade e na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justiça até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dia em que seremos reunidos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pt-BR" sz="350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Senhor.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888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Orai, irmãos e irmãs, para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sacrifício seja aceito por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Pai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Receba o Senhor por tuas mãos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este sacrifício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para glória do seu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nome, para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 bem e de toda a santa Igreja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Convite à 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45" name="Google Shape;545;p7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Acolhei, ó Deus, com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bondade nossas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humildes preces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oferendas, e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como não podemos invocar 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nossos méritos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venha em nosso socorro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vossa misericórdia.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Oração Sobre as Oferendas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53" name="Google Shape;553;p7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Eucarística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Prefácio do Advento, IA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Cristo, Senhor e Juiz da História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esteja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- Oração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Corações ao alto.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coração está em Deus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emos graças ao Senhor,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nosso dever e nossa salvação.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4716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é justo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necessário, é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 dever e salvação louvar-vos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bendizer-vos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Senhor, Pai Santo,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Deus eterno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todo-poderoso, princípio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fim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todas as coisas. Vós preferistes ocultar o dia e a hora em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Filho, Senhor e Juiz da História, aparecerá nas nuvens do céu, revestido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4336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poder e majestade. Naquele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tremendo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glorioso dia, passará o mundo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surgirá novo céu e nova terra. Agora e em todos os tempos, ele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vem ao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 encontro, presente em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pessoa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humana, para que o acolhamos na fé e o testemunhemos na caridade, enquanto esperamos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5852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realização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seu Reino. Por isso, certos 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sua vinda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gloriosa, unidos aos anjos,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 mensageiros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vos louvamos,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cantando (dizendo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 a uma só voz: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621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411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17339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 Santo,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do universo!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céu e a terra proclamam 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glória.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alturas!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Bendito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vem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nome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alturas!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2801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ó Pai, vós sois santo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fonte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toda santidade. Santificai,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pois, estas oferendas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derramando sobre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 Espírito, a fim de que se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tornem para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nós o Corpo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2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Sangue 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Jesus Cristo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vosso Filho e Senhor nosso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nossa oferenda, ó Senhor!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7792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Estando para ser entregue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abraçando livremente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paixão, ele tomou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pão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deu graças, e o partiu e deu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seus discípulos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dizendo: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1713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1340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Eis o mistério da fé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Anunciamos, Senhor, a vossa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morte e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proclamamos a vossa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ressurreição. Vinde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Senhor Jesus!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475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Celebrando, pois, a memória 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morte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ressurreição do vosso Filho,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nós vos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oferecemos, ó Pai, o pão da vida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cálice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; e vos agradecemos porque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tornastes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dignos 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estar aqui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presença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vos servir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Senhor, a nossa oferta!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64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8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nós vos suplicamos que,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participando 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Corpo e Sangue 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sejamos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reunidos pelo Espírito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 num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 corpo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 só corpo e um só espírito!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8428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Igreja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faz presente pelo mundo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inteiro: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 cresça na caridade, com o Papa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Francisco,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 nosso Bispo </a:t>
            </a:r>
            <a:r>
              <a:rPr lang="pt-BR" sz="35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Orani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ministros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vosso povo.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Igreja!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309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Lembrai-vos também dos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nossos irmãos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irmãs que morreram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esperança 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ressurreição e de todos 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partiram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desta vida: acolhei-os junto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vós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luz da vossa face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dos vossos filhos!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70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1279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Enfim, nós vos pedimos, tende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piedade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nós e dai-nos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participar 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 eterna, com a Virgem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Maria, Mãe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Deus, com São José, seu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esposo,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santos Apóstolos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que neste mundo vos serviram,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fim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louvarmos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glorificarmos por Jesus Cristo, vosso Filho.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Concedei-nos o convívio dos eleitos!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9914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Cristo, com Cristo, em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vós, Deus Pai todo-poderoso,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 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Espírito Santo, toda a honra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glória, agora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para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sempre.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7781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Rito da Comunhão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Rezemos, com amor e confiança,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oração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Senhor Jesus no ensinou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nosso que estais nos Céus, santificado seja o Vosso Nome,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venha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nós 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25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feita a Vossa vontade, assim na terra como no Céu. O pão nosso de cada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dai hoje; perdoai-nos as nossas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ofensas, assim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nós perdoamos a quem nos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 ofendido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 não nos deixeis cair em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tentação, mas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livrai-nos do mal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(*Após 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Pai Nosso não se diz 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Amém.)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609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2707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Livrai-nos de todos os males, ó Pai,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a vossa paz. Ajudados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sejamos sempre livres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pecado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protegidos de todos os perigos,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enquanto, vivendo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esperança,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aguardamos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vinda de Cristo salvador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é o Reino, o poder e a glória para sempre!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2357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Jesus Cristo, dissestes aos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 apóstolos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eu vos deixo a paz, eu vos dou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paz. Não olheis os nossos pecados,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fé que anima vossa Igreja; dai-lhe, segundo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desejo,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 e a unidade. Vós, que sois Deus, com o Pai e o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77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paz do Senhor esteja sempre convosco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amor de Cristo nos uniu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692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 que tirais o pecado do mundo, dai-nos a paz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585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Felizes os convidados para a ceia do Senhor. Eis o Cordeiro de Deus, que tira o pecado do mundo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eu não sou digno de que entreis em minha morada, mas dizei uma palavra e serei salvo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591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440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451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(Aguardem os padres e ministros</a:t>
            </a:r>
            <a:b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nos seus lugares.)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96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Comunhão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5,5;4,36)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Levanta-te, Jerusalém, põe-te no alto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vê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vem a ti a alegria do teu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Antífona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304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AÇÃO DE GRAÇAS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6314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OREMOS: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Alimentados pelo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pão espiritual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nós vos suplicamos, ó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Deus, que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pela participação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Eucaristia, 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ensineis a julgar com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sabedoria 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terrenos e colocar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nossas esperanças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bens eternos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nosso Senhor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10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 </a:t>
            </a:r>
            <a:r>
              <a:rPr lang="pt-BR" sz="1600" b="1" dirty="0">
                <a:solidFill>
                  <a:srgbClr val="F3F3F3"/>
                </a:solidFill>
              </a:rPr>
              <a:t>- Depois da Comunhão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1" name="Google Shape;721;p10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fomos convocados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preparar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caminho do Senhor. Esta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preparação tem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conversão o seu primeiro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passo. 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neste tempo do Advento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alcancemos uma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pura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paz. Para tanto, procuremos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reconciliação com Deus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consigo e com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próximo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DO DIZIMISTA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Recebei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Senhor, a minha oferta. Não é uma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esmola, porque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sois mendigo! Não é um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auxílio, porque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precisais dele! Também não é 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me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sobra, que vos ofereço. Esta oferta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representa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gratidão! Pois o que tenho eu 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recebi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vós. Amém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</a:t>
            </a:r>
            <a:r>
              <a:rPr lang="pt-BR" sz="1600" b="1" dirty="0" smtClean="0">
                <a:solidFill>
                  <a:srgbClr val="F3F3F3"/>
                </a:solidFill>
              </a:rPr>
              <a:t>DO DIZIMISTA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072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Benção Final e Despedida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Senhor esteja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 está no meio de nós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Deus onipotente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misericordioso vos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ilumine com o advento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seu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Filho, em cuja vinda credes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cuja volta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esperais, e derrame sobre vós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suas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bênçãos.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54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durante esta vida ele vos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torne firmes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fé, alegres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esperança, solícitos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caridade.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666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Alegrando-vos agora pela vinda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Salvador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feito homem, sejais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recompensados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vida eterna,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quando vier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novo em sua glória.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360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Abençoe-vos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Pai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Filho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 em paz, e o Senhor vos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acompanhe.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747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3861</Words>
  <Application>Microsoft Office PowerPoint</Application>
  <PresentationFormat>Apresentação na tela (16:9)</PresentationFormat>
  <Paragraphs>322</Paragraphs>
  <Slides>92</Slides>
  <Notes>92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92</vt:i4>
      </vt:variant>
    </vt:vector>
  </HeadingPairs>
  <TitlesOfParts>
    <vt:vector size="96" baseType="lpstr">
      <vt:lpstr>Arial</vt:lpstr>
      <vt:lpstr>Calibri</vt:lpstr>
      <vt:lpstr>Cambria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</dc:creator>
  <cp:lastModifiedBy>Ale</cp:lastModifiedBy>
  <cp:revision>240</cp:revision>
  <dcterms:modified xsi:type="dcterms:W3CDTF">2020-12-05T20:15:31Z</dcterms:modified>
</cp:coreProperties>
</file>
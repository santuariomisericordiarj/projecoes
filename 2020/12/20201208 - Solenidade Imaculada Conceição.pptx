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5"/>
  </p:notesMasterIdLst>
  <p:sldIdLst>
    <p:sldId id="256" r:id="rId2"/>
    <p:sldId id="257" r:id="rId3"/>
    <p:sldId id="258" r:id="rId4"/>
    <p:sldId id="259" r:id="rId5"/>
    <p:sldId id="260" r:id="rId6"/>
    <p:sldId id="261" r:id="rId7"/>
    <p:sldId id="615" r:id="rId8"/>
    <p:sldId id="616" r:id="rId9"/>
    <p:sldId id="264" r:id="rId10"/>
    <p:sldId id="265" r:id="rId11"/>
    <p:sldId id="266" r:id="rId12"/>
    <p:sldId id="267" r:id="rId13"/>
    <p:sldId id="410" r:id="rId14"/>
    <p:sldId id="268" r:id="rId15"/>
    <p:sldId id="269" r:id="rId16"/>
    <p:sldId id="572" r:id="rId17"/>
    <p:sldId id="550" r:id="rId18"/>
    <p:sldId id="272" r:id="rId19"/>
    <p:sldId id="273" r:id="rId20"/>
    <p:sldId id="274" r:id="rId21"/>
    <p:sldId id="617" r:id="rId22"/>
    <p:sldId id="618" r:id="rId23"/>
    <p:sldId id="477" r:id="rId24"/>
    <p:sldId id="278" r:id="rId25"/>
    <p:sldId id="358" r:id="rId26"/>
    <p:sldId id="537" r:id="rId27"/>
    <p:sldId id="619" r:id="rId28"/>
    <p:sldId id="573" r:id="rId29"/>
    <p:sldId id="411" r:id="rId30"/>
    <p:sldId id="282" r:id="rId31"/>
    <p:sldId id="471" r:id="rId32"/>
    <p:sldId id="574" r:id="rId33"/>
    <p:sldId id="620" r:id="rId34"/>
    <p:sldId id="576" r:id="rId35"/>
    <p:sldId id="621" r:id="rId36"/>
    <p:sldId id="288" r:id="rId37"/>
    <p:sldId id="437" r:id="rId38"/>
    <p:sldId id="579" r:id="rId39"/>
    <p:sldId id="304" r:id="rId40"/>
    <p:sldId id="305" r:id="rId41"/>
    <p:sldId id="369" r:id="rId42"/>
    <p:sldId id="622" r:id="rId43"/>
    <p:sldId id="623" r:id="rId44"/>
    <p:sldId id="624" r:id="rId45"/>
    <p:sldId id="585" r:id="rId46"/>
    <p:sldId id="310" r:id="rId47"/>
    <p:sldId id="311" r:id="rId48"/>
    <p:sldId id="586" r:id="rId49"/>
    <p:sldId id="547" r:id="rId50"/>
    <p:sldId id="314" r:id="rId51"/>
    <p:sldId id="625" r:id="rId52"/>
    <p:sldId id="626" r:id="rId53"/>
    <p:sldId id="627" r:id="rId54"/>
    <p:sldId id="628" r:id="rId55"/>
    <p:sldId id="375" r:id="rId56"/>
    <p:sldId id="377" r:id="rId57"/>
    <p:sldId id="320" r:id="rId58"/>
    <p:sldId id="321" r:id="rId59"/>
    <p:sldId id="322" r:id="rId60"/>
    <p:sldId id="323" r:id="rId61"/>
    <p:sldId id="378" r:id="rId62"/>
    <p:sldId id="379" r:id="rId63"/>
    <p:sldId id="596" r:id="rId64"/>
    <p:sldId id="597" r:id="rId65"/>
    <p:sldId id="484" r:id="rId66"/>
    <p:sldId id="381" r:id="rId67"/>
    <p:sldId id="599" r:id="rId68"/>
    <p:sldId id="629" r:id="rId69"/>
    <p:sldId id="630" r:id="rId70"/>
    <p:sldId id="631" r:id="rId71"/>
    <p:sldId id="632" r:id="rId72"/>
    <p:sldId id="633" r:id="rId73"/>
    <p:sldId id="634" r:id="rId74"/>
    <p:sldId id="635" r:id="rId75"/>
    <p:sldId id="391" r:id="rId76"/>
    <p:sldId id="392" r:id="rId77"/>
    <p:sldId id="393" r:id="rId78"/>
    <p:sldId id="524" r:id="rId79"/>
    <p:sldId id="601" r:id="rId80"/>
    <p:sldId id="602" r:id="rId81"/>
    <p:sldId id="603" r:id="rId82"/>
    <p:sldId id="604" r:id="rId83"/>
    <p:sldId id="400" r:id="rId84"/>
    <p:sldId id="401" r:id="rId85"/>
    <p:sldId id="402" r:id="rId86"/>
    <p:sldId id="403" r:id="rId87"/>
    <p:sldId id="404" r:id="rId88"/>
    <p:sldId id="405" r:id="rId89"/>
    <p:sldId id="406" r:id="rId90"/>
    <p:sldId id="487" r:id="rId91"/>
    <p:sldId id="488" r:id="rId92"/>
    <p:sldId id="408" r:id="rId93"/>
    <p:sldId id="407" r:id="rId94"/>
    <p:sldId id="409" r:id="rId95"/>
    <p:sldId id="343" r:id="rId96"/>
    <p:sldId id="344" r:id="rId97"/>
    <p:sldId id="351" r:id="rId98"/>
    <p:sldId id="352" r:id="rId99"/>
    <p:sldId id="610" r:id="rId100"/>
    <p:sldId id="607" r:id="rId101"/>
    <p:sldId id="636" r:id="rId102"/>
    <p:sldId id="609" r:id="rId103"/>
    <p:sldId id="353" r:id="rId10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98" d="100"/>
          <a:sy n="98" d="100"/>
        </p:scale>
        <p:origin x="474"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2659408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4713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89709dbf6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89709dbf6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5716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89709dbf69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89709dbf69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2827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8a242b196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8a242b196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5949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89709dbf69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89709dbf69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0209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89709dbf69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89709dbf69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2739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89709dbf69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89709dbf69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6122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89709dbf69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89709dbf69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8901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898b97a52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898b97a52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2947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898b97a52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898b97a52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0688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898b97a525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898b97a525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8996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898b97a525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898b97a525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0286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898b97a525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898b97a525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4453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898b97a525_2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898b97a525_2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333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898b97a525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898b97a525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2372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898b97a525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898b97a525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8328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898b97a525_2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898b97a525_2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34250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898b97a525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898b97a525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8048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898b97a525_2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898b97a525_2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1814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898b97a525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898b97a525_2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0644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898b97a525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898b97a525_2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0180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898b97a525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898b97a525_2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8128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898b97a525_2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898b97a525_2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4056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98b97a525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98b97a525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42900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98b97a525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98b97a525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31100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98b97a525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98b97a525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8426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98b97a525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98b97a525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636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98b97a525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98b97a525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6305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98b97a525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98b97a525_2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555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8a65153c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8a65153c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59904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88a65153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88a65153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0687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8a65153c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8a65153c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87583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88a65153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88a65153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0806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8a65153c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8a65153c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15247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88a65153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88a65153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3194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88a65153c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88a65153c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44308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88a65153c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88a65153c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44937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88a65153c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88a65153c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3910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88a65153c3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88a65153c3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33863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8a65153c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8a65153c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3872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8a65153c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8a65153c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76185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8a65153c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8a65153c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69879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8a65153c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8a65153c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05176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8a65153c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8a65153c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2877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8a65153c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8a65153c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9679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88a65153c3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88a65153c3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68660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88a65153c3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88a65153c3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62918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88a65153c3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88a65153c3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3738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88a65153c3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88a65153c3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7261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6138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44269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05637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64782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20534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54200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8a65153c3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8a65153c3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78877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8a242b1969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8a242b1969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30306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8adaa5bc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8adaa5bc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81389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8adaa5bc0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8adaa5bc0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88430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97314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97983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49898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34459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85887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8cda3270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8cda3270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95004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310841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80123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00414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413838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90993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814765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896477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73467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89089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99551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529054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86466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30145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18212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896638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10076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03237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34946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17300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511667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110549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463312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538728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611701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8c3aae26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8c3aae26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37337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8adaa5bc0d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8adaa5bc0d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594159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736819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890305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8adaa5bc0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8adaa5bc0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21905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8adaa5bc0d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8adaa5bc0d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5048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8adaa5bc0d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8adaa5bc0d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14701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8adaa5bc0d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8adaa5bc0d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8127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8adaa5bc0d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8adaa5bc0d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626193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8adaa5bc0d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8adaa5bc0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057881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8adaa5bc0d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8adaa5bc0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6669807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8adaa5bc0d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8adaa5bc0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924960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8adaa5bc0d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8adaa5bc0d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854350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8adaa5bc0d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8adaa5bc0d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8695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t-BR"/>
              <a:t>‹nº›</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4"/>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ctr" anchorCtr="0">
            <a:noAutofit/>
          </a:bodyPr>
          <a:lstStyle/>
          <a:p>
            <a:pPr marL="0" lvl="0" indent="0" algn="l" rtl="0">
              <a:lnSpc>
                <a:spcPct val="100000"/>
              </a:lnSpc>
              <a:spcBef>
                <a:spcPts val="0"/>
              </a:spcBef>
              <a:spcAft>
                <a:spcPts val="1600"/>
              </a:spcAft>
              <a:buNone/>
            </a:pPr>
            <a:r>
              <a:rPr lang="pt-BR" sz="3500" dirty="0">
                <a:solidFill>
                  <a:srgbClr val="F3F3F3"/>
                </a:solidFill>
                <a:latin typeface="Calibri"/>
                <a:ea typeface="Calibri"/>
                <a:cs typeface="Calibri"/>
                <a:sym typeface="Calibri"/>
              </a:rPr>
              <a:t>“... necessito de sacrifício repleto de amor, porque apenas este tem valor diante de Mim. Grandes são as dívidas contraídas pelo Mundo diante de Mim. Podem pagá-las as almas puras, pelo seu sacrifício, praticando a misericórdia em espírito”</a:t>
            </a:r>
            <a:endParaRPr sz="3500" dirty="0">
              <a:solidFill>
                <a:srgbClr val="F3F3F3"/>
              </a:solidFill>
              <a:latin typeface="Calibri"/>
              <a:ea typeface="Calibri"/>
              <a:cs typeface="Calibri"/>
              <a:sym typeface="Calibri"/>
            </a:endParaRPr>
          </a:p>
        </p:txBody>
      </p:sp>
      <p:sp>
        <p:nvSpPr>
          <p:cNvPr id="59" name="Google Shape;59;p14"/>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60" name="Google Shape;60;p14"/>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Reflexão do Diário de Santa Faustina</a:t>
            </a:r>
            <a:endParaRPr sz="1600" b="1" dirty="0">
              <a:solidFill>
                <a:schemeClr val="tx1"/>
              </a:solidFill>
            </a:endParaRPr>
          </a:p>
        </p:txBody>
      </p:sp>
      <p:sp>
        <p:nvSpPr>
          <p:cNvPr id="61" name="Google Shape;61;p14"/>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Nº 1316</a:t>
            </a:r>
            <a:endParaRPr sz="1600" b="1"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9"/>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7"/>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lang="pt-BR" sz="3500" b="1" dirty="0" smtClean="0">
              <a:solidFill>
                <a:srgbClr val="33CC33"/>
              </a:solidFill>
              <a:latin typeface="Calibri"/>
              <a:ea typeface="Calibri"/>
              <a:cs typeface="Calibri"/>
              <a:sym typeface="Calibri"/>
            </a:endParaRPr>
          </a:p>
          <a:p>
            <a:pPr marL="0" lvl="0" indent="0" algn="ctr" rtl="0">
              <a:lnSpc>
                <a:spcPct val="100000"/>
              </a:lnSpc>
              <a:spcBef>
                <a:spcPts val="0"/>
              </a:spcBef>
              <a:spcAft>
                <a:spcPts val="0"/>
              </a:spcAft>
              <a:buNone/>
            </a:pPr>
            <a:endParaRPr lang="pt-BR" sz="3500" b="1" dirty="0" smtClean="0">
              <a:solidFill>
                <a:schemeClr val="bg1">
                  <a:lumMod val="95000"/>
                </a:schemeClr>
              </a:solidFill>
              <a:latin typeface="Calibri"/>
              <a:ea typeface="Calibri"/>
              <a:cs typeface="Calibri"/>
              <a:sym typeface="Calibri"/>
            </a:endParaRPr>
          </a:p>
          <a:p>
            <a:pPr marL="0" lvl="0" indent="0" algn="ctr" rtl="0">
              <a:lnSpc>
                <a:spcPct val="100000"/>
              </a:lnSpc>
              <a:spcBef>
                <a:spcPts val="0"/>
              </a:spcBef>
              <a:spcAft>
                <a:spcPts val="0"/>
              </a:spcAft>
              <a:buNone/>
            </a:pPr>
            <a:r>
              <a:rPr lang="pt-BR" sz="3500" b="1" dirty="0" smtClean="0">
                <a:solidFill>
                  <a:schemeClr val="bg1">
                    <a:lumMod val="95000"/>
                  </a:schemeClr>
                </a:solidFill>
                <a:latin typeface="Calibri"/>
                <a:ea typeface="Calibri"/>
                <a:cs typeface="Calibri"/>
                <a:sym typeface="Calibri"/>
              </a:rPr>
              <a:t>Solenidade</a:t>
            </a:r>
          </a:p>
          <a:p>
            <a:pPr marL="0" lvl="0" indent="0" algn="ctr" rtl="0">
              <a:lnSpc>
                <a:spcPct val="100000"/>
              </a:lnSpc>
              <a:spcBef>
                <a:spcPts val="0"/>
              </a:spcBef>
              <a:spcAft>
                <a:spcPts val="0"/>
              </a:spcAft>
              <a:buNone/>
            </a:pPr>
            <a:endParaRPr lang="pt-BR" sz="3500" b="1" dirty="0" smtClean="0">
              <a:solidFill>
                <a:schemeClr val="bg1">
                  <a:lumMod val="95000"/>
                </a:schemeClr>
              </a:solidFill>
              <a:latin typeface="Calibri"/>
              <a:ea typeface="Calibri"/>
              <a:cs typeface="Calibri"/>
              <a:sym typeface="Calibri"/>
            </a:endParaRPr>
          </a:p>
          <a:p>
            <a:pPr marL="0" lvl="0" indent="0" algn="ctr">
              <a:lnSpc>
                <a:spcPct val="100000"/>
              </a:lnSpc>
              <a:buNone/>
            </a:pPr>
            <a:r>
              <a:rPr lang="pt-BR" sz="3500" b="1" dirty="0">
                <a:solidFill>
                  <a:schemeClr val="bg1">
                    <a:lumMod val="95000"/>
                  </a:schemeClr>
                </a:solidFill>
                <a:latin typeface="Calibri"/>
                <a:ea typeface="Calibri"/>
                <a:cs typeface="Calibri"/>
                <a:sym typeface="Calibri"/>
              </a:rPr>
              <a:t>Imaculada Conceição de Nossa Senhora</a:t>
            </a:r>
            <a:endParaRPr sz="3500" b="1" dirty="0">
              <a:solidFill>
                <a:schemeClr val="bg1">
                  <a:lumMod val="95000"/>
                </a:schemeClr>
              </a:solidFill>
              <a:latin typeface="Calibri"/>
              <a:ea typeface="Calibri"/>
              <a:cs typeface="Calibri"/>
              <a:sym typeface="Calibri"/>
            </a:endParaRPr>
          </a:p>
          <a:p>
            <a:pPr marL="0" lvl="0" indent="0" algn="ctr" rtl="0">
              <a:lnSpc>
                <a:spcPct val="100000"/>
              </a:lnSpc>
              <a:spcBef>
                <a:spcPts val="1600"/>
              </a:spcBef>
              <a:spcAft>
                <a:spcPts val="1600"/>
              </a:spcAft>
              <a:buNone/>
            </a:pPr>
            <a:endParaRPr sz="3500" dirty="0">
              <a:solidFill>
                <a:schemeClr val="accent4"/>
              </a:solidFill>
              <a:latin typeface="Calibri"/>
              <a:ea typeface="Calibri"/>
              <a:cs typeface="Calibri"/>
              <a:sym typeface="Calibri"/>
            </a:endParaRPr>
          </a:p>
        </p:txBody>
      </p:sp>
      <p:sp>
        <p:nvSpPr>
          <p:cNvPr id="75" name="Google Shape;75;p17"/>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6" name="Google Shape;76;p17"/>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a:t>
            </a:r>
            <a:endParaRPr sz="1600" b="1" dirty="0">
              <a:solidFill>
                <a:schemeClr val="tx1"/>
              </a:solidFill>
            </a:endParaRPr>
          </a:p>
        </p:txBody>
      </p:sp>
      <p:sp>
        <p:nvSpPr>
          <p:cNvPr id="77" name="Google Shape;77;p17"/>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a:solidFill>
                  <a:srgbClr val="F3F3F3"/>
                </a:solidFill>
                <a:latin typeface="Calibri"/>
                <a:ea typeface="Calibri"/>
                <a:cs typeface="Calibri"/>
                <a:sym typeface="Calibri"/>
              </a:rPr>
              <a:t>O tempo do Advento destaca a relação e a colaboração de Maria no mistério </a:t>
            </a:r>
            <a:r>
              <a:rPr lang="pt-BR" sz="3500" dirty="0" smtClean="0">
                <a:solidFill>
                  <a:srgbClr val="F3F3F3"/>
                </a:solidFill>
                <a:latin typeface="Calibri"/>
                <a:ea typeface="Calibri"/>
                <a:cs typeface="Calibri"/>
                <a:sym typeface="Calibri"/>
              </a:rPr>
              <a:t>da Redenção</a:t>
            </a:r>
            <a:r>
              <a:rPr lang="pt-BR" sz="3500" dirty="0">
                <a:solidFill>
                  <a:srgbClr val="F3F3F3"/>
                </a:solidFill>
                <a:latin typeface="Calibri"/>
                <a:ea typeface="Calibri"/>
                <a:cs typeface="Calibri"/>
                <a:sym typeface="Calibri"/>
              </a:rPr>
              <a:t>. Ela, a escolhida de Deus, se sobressai entre os humildes e pobres do </a:t>
            </a:r>
            <a:r>
              <a:rPr lang="pt-BR" sz="3500" dirty="0" smtClean="0">
                <a:solidFill>
                  <a:srgbClr val="F3F3F3"/>
                </a:solidFill>
                <a:latin typeface="Calibri"/>
                <a:ea typeface="Calibri"/>
                <a:cs typeface="Calibri"/>
                <a:sym typeface="Calibri"/>
              </a:rPr>
              <a:t>Senhor que </a:t>
            </a:r>
            <a:r>
              <a:rPr lang="pt-BR" sz="3500" dirty="0">
                <a:solidFill>
                  <a:srgbClr val="F3F3F3"/>
                </a:solidFill>
                <a:latin typeface="Calibri"/>
                <a:ea typeface="Calibri"/>
                <a:cs typeface="Calibri"/>
                <a:sym typeface="Calibri"/>
              </a:rPr>
              <a:t>d’Ele esperam e recebem com fé a salvação (LG, 55). Deste modo, ao celebrarmos </a:t>
            </a:r>
            <a:r>
              <a:rPr lang="pt-BR" sz="3500" dirty="0" smtClean="0">
                <a:solidFill>
                  <a:srgbClr val="F3F3F3"/>
                </a:solidFill>
                <a:latin typeface="Calibri"/>
                <a:ea typeface="Calibri"/>
                <a:cs typeface="Calibri"/>
                <a:sym typeface="Calibri"/>
              </a:rPr>
              <a:t>a solenidade </a:t>
            </a:r>
            <a:r>
              <a:rPr lang="pt-BR" sz="3500" dirty="0">
                <a:solidFill>
                  <a:srgbClr val="F3F3F3"/>
                </a:solidFill>
                <a:latin typeface="Calibri"/>
                <a:ea typeface="Calibri"/>
                <a:cs typeface="Calibri"/>
                <a:sym typeface="Calibri"/>
              </a:rPr>
              <a:t>da </a:t>
            </a:r>
            <a:r>
              <a:rPr lang="pt-BR" sz="3500" dirty="0" smtClean="0">
                <a:solidFill>
                  <a:srgbClr val="F3F3F3"/>
                </a:solidFill>
                <a:latin typeface="Calibri"/>
                <a:ea typeface="Calibri"/>
                <a:cs typeface="Calibri"/>
                <a:sym typeface="Calibri"/>
              </a:rPr>
              <a:t>Imaculada</a:t>
            </a:r>
            <a:endParaRPr sz="3500" dirty="0">
              <a:solidFill>
                <a:srgbClr val="F3F3F3"/>
              </a:solidFill>
              <a:latin typeface="Calibri"/>
              <a:ea typeface="Calibri"/>
              <a:cs typeface="Calibri"/>
              <a:sym typeface="Calibri"/>
            </a:endParaRPr>
          </a:p>
        </p:txBody>
      </p:sp>
      <p:sp>
        <p:nvSpPr>
          <p:cNvPr id="6" name="Google Shape;75;p17"/>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 name="Google Shape;76;p17"/>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a:t>
            </a:r>
            <a:endParaRPr sz="1600" b="1" dirty="0">
              <a:solidFill>
                <a:schemeClr val="tx1"/>
              </a:solidFill>
            </a:endParaRPr>
          </a:p>
        </p:txBody>
      </p:sp>
      <p:sp>
        <p:nvSpPr>
          <p:cNvPr id="8" name="Google Shape;77;p17"/>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a:solidFill>
                  <a:srgbClr val="F3F3F3"/>
                </a:solidFill>
                <a:latin typeface="Calibri"/>
                <a:ea typeface="Calibri"/>
                <a:cs typeface="Calibri"/>
                <a:sym typeface="Calibri"/>
              </a:rPr>
              <a:t>Conceição de Nossa Senhora, professamos o dogma segundo o qual a Virgem Maria foi concebida sem o pecado original. Este feito </a:t>
            </a:r>
            <a:r>
              <a:rPr lang="pt-BR" sz="3500" dirty="0" smtClean="0">
                <a:solidFill>
                  <a:srgbClr val="F3F3F3"/>
                </a:solidFill>
                <a:latin typeface="Calibri"/>
                <a:ea typeface="Calibri"/>
                <a:cs typeface="Calibri"/>
                <a:sym typeface="Calibri"/>
              </a:rPr>
              <a:t>extraordinário se </a:t>
            </a:r>
            <a:r>
              <a:rPr lang="pt-BR" sz="3500" dirty="0">
                <a:solidFill>
                  <a:srgbClr val="F3F3F3"/>
                </a:solidFill>
                <a:latin typeface="Calibri"/>
                <a:ea typeface="Calibri"/>
                <a:cs typeface="Calibri"/>
                <a:sym typeface="Calibri"/>
              </a:rPr>
              <a:t>deu em virtude do nascimento de Jesus, o Verbo de Deus, gerado em seu seio. Que o exemplo de santidade e disponibilidade de Maria ao serviço de </a:t>
            </a:r>
            <a:r>
              <a:rPr lang="pt-BR" sz="3500" dirty="0" smtClean="0">
                <a:solidFill>
                  <a:srgbClr val="F3F3F3"/>
                </a:solidFill>
                <a:latin typeface="Calibri"/>
                <a:ea typeface="Calibri"/>
                <a:cs typeface="Calibri"/>
                <a:sym typeface="Calibri"/>
              </a:rPr>
              <a:t>Deus</a:t>
            </a:r>
            <a:endParaRPr lang="pt-BR" sz="3500" dirty="0">
              <a:solidFill>
                <a:srgbClr val="F3F3F3"/>
              </a:solidFill>
              <a:latin typeface="Calibri"/>
              <a:ea typeface="Calibri"/>
              <a:cs typeface="Calibri"/>
              <a:sym typeface="Calibri"/>
            </a:endParaRPr>
          </a:p>
        </p:txBody>
      </p:sp>
      <p:sp>
        <p:nvSpPr>
          <p:cNvPr id="6" name="Google Shape;75;p17"/>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 name="Google Shape;76;p17"/>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a:t>
            </a:r>
            <a:endParaRPr sz="1600" b="1" dirty="0">
              <a:solidFill>
                <a:schemeClr val="tx1"/>
              </a:solidFill>
            </a:endParaRPr>
          </a:p>
        </p:txBody>
      </p:sp>
      <p:sp>
        <p:nvSpPr>
          <p:cNvPr id="8" name="Google Shape;77;p17"/>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2109253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smtClean="0">
                <a:solidFill>
                  <a:srgbClr val="F3F3F3"/>
                </a:solidFill>
                <a:latin typeface="Calibri"/>
                <a:ea typeface="Calibri"/>
                <a:cs typeface="Calibri"/>
                <a:sym typeface="Calibri"/>
              </a:rPr>
              <a:t>nos </a:t>
            </a:r>
            <a:r>
              <a:rPr lang="pt-BR" sz="3500" dirty="0">
                <a:solidFill>
                  <a:srgbClr val="F3F3F3"/>
                </a:solidFill>
                <a:latin typeface="Calibri"/>
                <a:ea typeface="Calibri"/>
                <a:cs typeface="Calibri"/>
                <a:sym typeface="Calibri"/>
              </a:rPr>
              <a:t>inspire </a:t>
            </a:r>
            <a:r>
              <a:rPr lang="pt-BR" sz="3500" dirty="0" smtClean="0">
                <a:solidFill>
                  <a:srgbClr val="F3F3F3"/>
                </a:solidFill>
                <a:latin typeface="Calibri"/>
                <a:ea typeface="Calibri"/>
                <a:cs typeface="Calibri"/>
                <a:sym typeface="Calibri"/>
              </a:rPr>
              <a:t>a uma </a:t>
            </a:r>
            <a:r>
              <a:rPr lang="pt-BR" sz="3500" dirty="0">
                <a:solidFill>
                  <a:srgbClr val="F3F3F3"/>
                </a:solidFill>
                <a:latin typeface="Calibri"/>
                <a:ea typeface="Calibri"/>
                <a:cs typeface="Calibri"/>
                <a:sym typeface="Calibri"/>
              </a:rPr>
              <a:t>vida cristã mais autêntica conformada à vontade do Senhor.</a:t>
            </a:r>
          </a:p>
        </p:txBody>
      </p:sp>
      <p:sp>
        <p:nvSpPr>
          <p:cNvPr id="6" name="Google Shape;75;p17"/>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 name="Google Shape;76;p17"/>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a:t>
            </a:r>
            <a:endParaRPr sz="1600" b="1" dirty="0">
              <a:solidFill>
                <a:schemeClr val="tx1"/>
              </a:solidFill>
            </a:endParaRPr>
          </a:p>
        </p:txBody>
      </p:sp>
      <p:sp>
        <p:nvSpPr>
          <p:cNvPr id="8" name="Google Shape;77;p17"/>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279452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ctr" anchorCtr="0">
            <a:noAutofit/>
          </a:bodyPr>
          <a:lstStyle/>
          <a:p>
            <a:pPr marL="0" lvl="0" indent="0" algn="ctr" rtl="0">
              <a:lnSpc>
                <a:spcPct val="100000"/>
              </a:lnSpc>
              <a:spcBef>
                <a:spcPts val="0"/>
              </a:spcBef>
              <a:spcAft>
                <a:spcPts val="1600"/>
              </a:spcAft>
              <a:buNone/>
            </a:pPr>
            <a:r>
              <a:rPr lang="pt-BR" sz="3500" b="1" dirty="0">
                <a:solidFill>
                  <a:srgbClr val="F3F3F3"/>
                </a:solidFill>
                <a:latin typeface="Calibri"/>
                <a:ea typeface="Calibri"/>
                <a:cs typeface="Calibri"/>
                <a:sym typeface="Calibri"/>
              </a:rPr>
              <a:t>ESSA MISSA SERÁ CELEBRADA PELAS SEGUINTES INTENÇÕES</a:t>
            </a:r>
            <a:endParaRPr sz="3500" b="1" dirty="0">
              <a:solidFill>
                <a:srgbClr val="F3F3F3"/>
              </a:solidFill>
              <a:latin typeface="Calibri"/>
              <a:ea typeface="Calibri"/>
              <a:cs typeface="Calibri"/>
              <a:sym typeface="Calibri"/>
            </a:endParaRPr>
          </a:p>
        </p:txBody>
      </p:sp>
      <p:sp>
        <p:nvSpPr>
          <p:cNvPr id="9" name="Google Shape;75;p17"/>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10" name="Google Shape;76;p17"/>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a:t>
            </a:r>
            <a:endParaRPr sz="1600" b="1" dirty="0">
              <a:solidFill>
                <a:schemeClr val="tx1"/>
              </a:solidFill>
            </a:endParaRPr>
          </a:p>
        </p:txBody>
      </p:sp>
      <p:sp>
        <p:nvSpPr>
          <p:cNvPr id="11" name="Google Shape;77;p17"/>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3"/>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smtClean="0">
                <a:solidFill>
                  <a:schemeClr val="accent1"/>
                </a:solidFill>
                <a:latin typeface="Calibri"/>
                <a:ea typeface="Calibri"/>
                <a:cs typeface="Calibri"/>
                <a:sym typeface="Calibri"/>
              </a:rPr>
              <a:t>Saudação</a:t>
            </a:r>
            <a:endParaRPr lang="pt-BR" sz="3500" b="1" dirty="0">
              <a:solidFill>
                <a:schemeClr val="accent1"/>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4"/>
                </a:solidFill>
                <a:latin typeface="Calibri"/>
                <a:ea typeface="Calibri"/>
                <a:cs typeface="Calibri"/>
                <a:sym typeface="Calibri"/>
              </a:rPr>
              <a:t>P</a:t>
            </a:r>
            <a:r>
              <a:rPr lang="pt-BR" sz="3500" dirty="0">
                <a:solidFill>
                  <a:schemeClr val="accent4"/>
                </a:solidFill>
                <a:latin typeface="Calibri"/>
                <a:ea typeface="Calibri"/>
                <a:cs typeface="Calibri"/>
                <a:sym typeface="Calibri"/>
              </a:rPr>
              <a:t>. </a:t>
            </a:r>
            <a:r>
              <a:rPr lang="pt-BR" sz="3500" dirty="0">
                <a:solidFill>
                  <a:srgbClr val="F3F3F3"/>
                </a:solidFill>
                <a:latin typeface="Calibri"/>
                <a:ea typeface="Calibri"/>
                <a:cs typeface="Calibri"/>
                <a:sym typeface="Calibri"/>
              </a:rPr>
              <a:t>Em nome do Pai e do Filho e do </a:t>
            </a:r>
            <a:r>
              <a:rPr lang="pt-BR" sz="3500" dirty="0" smtClean="0">
                <a:solidFill>
                  <a:srgbClr val="F3F3F3"/>
                </a:solidFill>
                <a:latin typeface="Calibri"/>
                <a:ea typeface="Calibri"/>
                <a:cs typeface="Calibri"/>
                <a:sym typeface="Calibri"/>
              </a:rPr>
              <a:t>Espírito </a:t>
            </a:r>
            <a:r>
              <a:rPr lang="pt-BR" sz="3500" dirty="0">
                <a:solidFill>
                  <a:srgbClr val="F3F3F3"/>
                </a:solidFill>
                <a:latin typeface="Calibri"/>
                <a:ea typeface="Calibri"/>
                <a:cs typeface="Calibri"/>
                <a:sym typeface="Calibri"/>
              </a:rPr>
              <a:t>Santo.</a:t>
            </a:r>
            <a:endParaRPr sz="3500" dirty="0">
              <a:solidFill>
                <a:schemeClr val="accent4"/>
              </a:solidFill>
              <a:latin typeface="Calibri"/>
              <a:ea typeface="Calibri"/>
              <a:cs typeface="Calibri"/>
              <a:sym typeface="Calibri"/>
            </a:endParaRPr>
          </a:p>
          <a:p>
            <a:pPr marL="0" lvl="0" indent="0" algn="l" rtl="0">
              <a:lnSpc>
                <a:spcPct val="100000"/>
              </a:lnSpc>
              <a:spcBef>
                <a:spcPts val="1600"/>
              </a:spcBef>
              <a:spcAft>
                <a:spcPts val="0"/>
              </a:spcAft>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Amém.</a:t>
            </a:r>
            <a:endParaRPr sz="3500" b="1" dirty="0">
              <a:solidFill>
                <a:srgbClr val="F3F3F3"/>
              </a:solidFill>
              <a:latin typeface="Calibri"/>
              <a:ea typeface="Calibri"/>
              <a:cs typeface="Calibri"/>
              <a:sym typeface="Calibri"/>
            </a:endParaRPr>
          </a:p>
          <a:p>
            <a:pPr marL="0" lvl="0" indent="0" algn="l" rtl="0">
              <a:lnSpc>
                <a:spcPct val="100000"/>
              </a:lnSpc>
              <a:spcBef>
                <a:spcPts val="1600"/>
              </a:spcBef>
              <a:spcAft>
                <a:spcPts val="1600"/>
              </a:spcAft>
              <a:buNone/>
            </a:pPr>
            <a:endParaRPr sz="3500" b="1" dirty="0">
              <a:solidFill>
                <a:srgbClr val="F3F3F3"/>
              </a:solidFill>
              <a:latin typeface="Calibri"/>
              <a:ea typeface="Calibri"/>
              <a:cs typeface="Calibri"/>
              <a:sym typeface="Calibri"/>
            </a:endParaRPr>
          </a:p>
        </p:txBody>
      </p:sp>
      <p:sp>
        <p:nvSpPr>
          <p:cNvPr id="119" name="Google Shape;119;p23"/>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120" name="Google Shape;120;p23"/>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 Saudação</a:t>
            </a:r>
            <a:endParaRPr sz="1600" b="1" dirty="0">
              <a:solidFill>
                <a:schemeClr val="tx1"/>
              </a:solidFill>
            </a:endParaRPr>
          </a:p>
        </p:txBody>
      </p:sp>
      <p:sp>
        <p:nvSpPr>
          <p:cNvPr id="121" name="Google Shape;121;p23"/>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body" idx="1"/>
          </p:nvPr>
        </p:nvSpPr>
        <p:spPr>
          <a:xfrm>
            <a:off x="252000" y="751202"/>
            <a:ext cx="8789258"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4"/>
                </a:solidFill>
                <a:latin typeface="Calibri"/>
                <a:ea typeface="Calibri"/>
                <a:cs typeface="Calibri"/>
                <a:sym typeface="Calibri"/>
              </a:rPr>
              <a:t>P. </a:t>
            </a:r>
            <a:r>
              <a:rPr lang="pt-BR" sz="3500" dirty="0">
                <a:solidFill>
                  <a:srgbClr val="F3F3F3"/>
                </a:solidFill>
                <a:latin typeface="Calibri"/>
                <a:ea typeface="Calibri"/>
                <a:cs typeface="Calibri"/>
                <a:sym typeface="Calibri"/>
              </a:rPr>
              <a:t>A graça de nosso Senhor Jesus </a:t>
            </a:r>
            <a:r>
              <a:rPr lang="pt-BR" sz="3500" dirty="0" smtClean="0">
                <a:solidFill>
                  <a:srgbClr val="F3F3F3"/>
                </a:solidFill>
                <a:latin typeface="Calibri"/>
                <a:ea typeface="Calibri"/>
                <a:cs typeface="Calibri"/>
                <a:sym typeface="Calibri"/>
              </a:rPr>
              <a:t>Cristo, o </a:t>
            </a:r>
            <a:r>
              <a:rPr lang="pt-BR" sz="3500" dirty="0">
                <a:solidFill>
                  <a:srgbClr val="F3F3F3"/>
                </a:solidFill>
                <a:latin typeface="Calibri"/>
                <a:ea typeface="Calibri"/>
                <a:cs typeface="Calibri"/>
                <a:sym typeface="Calibri"/>
              </a:rPr>
              <a:t>amor do Pai e a comunhão do </a:t>
            </a:r>
            <a:r>
              <a:rPr lang="pt-BR" sz="3500" dirty="0" smtClean="0">
                <a:solidFill>
                  <a:srgbClr val="F3F3F3"/>
                </a:solidFill>
                <a:latin typeface="Calibri"/>
                <a:ea typeface="Calibri"/>
                <a:cs typeface="Calibri"/>
                <a:sym typeface="Calibri"/>
              </a:rPr>
              <a:t>Espírito Santo </a:t>
            </a:r>
            <a:r>
              <a:rPr lang="pt-BR" sz="3500" dirty="0">
                <a:solidFill>
                  <a:srgbClr val="F3F3F3"/>
                </a:solidFill>
                <a:latin typeface="Calibri"/>
                <a:ea typeface="Calibri"/>
                <a:cs typeface="Calibri"/>
                <a:sym typeface="Calibri"/>
              </a:rPr>
              <a:t>estejam convosco</a:t>
            </a:r>
            <a:r>
              <a:rPr lang="pt-BR" sz="3500" dirty="0" smtClean="0">
                <a:solidFill>
                  <a:srgbClr val="F3F3F3"/>
                </a:solidFill>
                <a:latin typeface="Calibri"/>
                <a:ea typeface="Calibri"/>
                <a:cs typeface="Calibri"/>
                <a:sym typeface="Calibri"/>
              </a:rPr>
              <a:t>.</a:t>
            </a:r>
            <a:endParaRPr sz="3500" dirty="0">
              <a:solidFill>
                <a:srgbClr val="F3F3F3"/>
              </a:solidFill>
              <a:latin typeface="Calibri"/>
              <a:ea typeface="Calibri"/>
              <a:cs typeface="Calibri"/>
              <a:sym typeface="Calibri"/>
            </a:endParaRPr>
          </a:p>
          <a:p>
            <a:pPr marL="0" lvl="0" indent="0" algn="l" rtl="0">
              <a:lnSpc>
                <a:spcPct val="100000"/>
              </a:lnSpc>
              <a:spcBef>
                <a:spcPts val="1600"/>
              </a:spcBef>
              <a:spcAft>
                <a:spcPts val="0"/>
              </a:spcAft>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Bendito seja Deus que nos reuniu no amor de Cristo.</a:t>
            </a:r>
            <a:endParaRPr sz="3500" b="1" dirty="0">
              <a:solidFill>
                <a:srgbClr val="F3F3F3"/>
              </a:solidFill>
              <a:latin typeface="Calibri"/>
              <a:ea typeface="Calibri"/>
              <a:cs typeface="Calibri"/>
              <a:sym typeface="Calibri"/>
            </a:endParaRPr>
          </a:p>
          <a:p>
            <a:pPr marL="0" lvl="0" indent="0" algn="l" rtl="0">
              <a:lnSpc>
                <a:spcPct val="100000"/>
              </a:lnSpc>
              <a:spcBef>
                <a:spcPts val="1600"/>
              </a:spcBef>
              <a:spcAft>
                <a:spcPts val="0"/>
              </a:spcAft>
              <a:buNone/>
            </a:pPr>
            <a:endParaRPr sz="3500" b="1" dirty="0">
              <a:solidFill>
                <a:srgbClr val="F3F3F3"/>
              </a:solidFill>
              <a:latin typeface="Calibri"/>
              <a:ea typeface="Calibri"/>
              <a:cs typeface="Calibri"/>
              <a:sym typeface="Calibri"/>
            </a:endParaRPr>
          </a:p>
          <a:p>
            <a:pPr marL="0" lvl="0" indent="0" algn="l" rtl="0">
              <a:lnSpc>
                <a:spcPct val="100000"/>
              </a:lnSpc>
              <a:spcBef>
                <a:spcPts val="1600"/>
              </a:spcBef>
              <a:spcAft>
                <a:spcPts val="1600"/>
              </a:spcAft>
              <a:buNone/>
            </a:pPr>
            <a:endParaRPr sz="3500" b="1" dirty="0">
              <a:solidFill>
                <a:srgbClr val="F3F3F3"/>
              </a:solidFill>
              <a:latin typeface="Calibri"/>
              <a:ea typeface="Calibri"/>
              <a:cs typeface="Calibri"/>
              <a:sym typeface="Calibri"/>
            </a:endParaRPr>
          </a:p>
        </p:txBody>
      </p:sp>
      <p:sp>
        <p:nvSpPr>
          <p:cNvPr id="6" name="Google Shape;119;p23"/>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 name="Google Shape;120;p23"/>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 Saudação</a:t>
            </a:r>
            <a:endParaRPr sz="1600" b="1" dirty="0">
              <a:solidFill>
                <a:schemeClr val="tx1"/>
              </a:solidFill>
            </a:endParaRPr>
          </a:p>
        </p:txBody>
      </p:sp>
      <p:sp>
        <p:nvSpPr>
          <p:cNvPr id="8" name="Google Shape;121;p23"/>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a:solidFill>
                  <a:schemeClr val="accent1"/>
                </a:solidFill>
                <a:latin typeface="Calibri"/>
                <a:ea typeface="Calibri"/>
                <a:cs typeface="Calibri"/>
                <a:sym typeface="Calibri"/>
              </a:rPr>
              <a:t>Antífona da Entrada (</a:t>
            </a:r>
            <a:r>
              <a:rPr lang="pt-BR" sz="3500" b="1" dirty="0" err="1">
                <a:solidFill>
                  <a:schemeClr val="accent1"/>
                </a:solidFill>
                <a:latin typeface="Calibri"/>
                <a:ea typeface="Calibri"/>
                <a:cs typeface="Calibri"/>
                <a:sym typeface="Calibri"/>
              </a:rPr>
              <a:t>Is</a:t>
            </a:r>
            <a:r>
              <a:rPr lang="pt-BR" sz="3500" b="1" dirty="0">
                <a:solidFill>
                  <a:schemeClr val="accent1"/>
                </a:solidFill>
                <a:latin typeface="Calibri"/>
                <a:ea typeface="Calibri"/>
                <a:cs typeface="Calibri"/>
                <a:sym typeface="Calibri"/>
              </a:rPr>
              <a:t> 61,10)</a:t>
            </a:r>
            <a:endParaRPr lang="pt-BR" sz="3500" b="1" dirty="0" smtClean="0">
              <a:solidFill>
                <a:schemeClr val="accent1"/>
              </a:solidFill>
              <a:latin typeface="Calibri"/>
              <a:ea typeface="Calibri"/>
              <a:cs typeface="Calibri"/>
              <a:sym typeface="Calibri"/>
            </a:endParaRPr>
          </a:p>
          <a:p>
            <a:pPr marL="0" lvl="0" indent="0">
              <a:lnSpc>
                <a:spcPct val="100000"/>
              </a:lnSpc>
              <a:spcBef>
                <a:spcPts val="1600"/>
              </a:spcBef>
              <a:buNone/>
            </a:pPr>
            <a:r>
              <a:rPr lang="pt-BR" sz="3500" dirty="0">
                <a:solidFill>
                  <a:srgbClr val="F3F3F3"/>
                </a:solidFill>
                <a:latin typeface="Calibri"/>
                <a:ea typeface="Calibri"/>
                <a:cs typeface="Calibri"/>
                <a:sym typeface="Calibri"/>
              </a:rPr>
              <a:t>Com grande alegria rejubilo-me </a:t>
            </a:r>
            <a:r>
              <a:rPr lang="pt-BR" sz="3500" dirty="0" smtClean="0">
                <a:solidFill>
                  <a:srgbClr val="F3F3F3"/>
                </a:solidFill>
                <a:latin typeface="Calibri"/>
                <a:ea typeface="Calibri"/>
                <a:cs typeface="Calibri"/>
                <a:sym typeface="Calibri"/>
              </a:rPr>
              <a:t>no Senhor</a:t>
            </a:r>
            <a:r>
              <a:rPr lang="pt-BR" sz="3500" dirty="0">
                <a:solidFill>
                  <a:srgbClr val="F3F3F3"/>
                </a:solidFill>
                <a:latin typeface="Calibri"/>
                <a:ea typeface="Calibri"/>
                <a:cs typeface="Calibri"/>
                <a:sym typeface="Calibri"/>
              </a:rPr>
              <a:t>, e minha alma exultará no </a:t>
            </a:r>
            <a:r>
              <a:rPr lang="pt-BR" sz="3500" dirty="0" smtClean="0">
                <a:solidFill>
                  <a:srgbClr val="F3F3F3"/>
                </a:solidFill>
                <a:latin typeface="Calibri"/>
                <a:ea typeface="Calibri"/>
                <a:cs typeface="Calibri"/>
                <a:sym typeface="Calibri"/>
              </a:rPr>
              <a:t>meu Deus</a:t>
            </a:r>
            <a:r>
              <a:rPr lang="pt-BR" sz="3500" dirty="0">
                <a:solidFill>
                  <a:srgbClr val="F3F3F3"/>
                </a:solidFill>
                <a:latin typeface="Calibri"/>
                <a:ea typeface="Calibri"/>
                <a:cs typeface="Calibri"/>
                <a:sym typeface="Calibri"/>
              </a:rPr>
              <a:t>, pois me revestiu de justiça e </a:t>
            </a:r>
            <a:r>
              <a:rPr lang="pt-BR" sz="3500" dirty="0" smtClean="0">
                <a:solidFill>
                  <a:srgbClr val="F3F3F3"/>
                </a:solidFill>
                <a:latin typeface="Calibri"/>
                <a:ea typeface="Calibri"/>
                <a:cs typeface="Calibri"/>
                <a:sym typeface="Calibri"/>
              </a:rPr>
              <a:t>salvação, como </a:t>
            </a:r>
            <a:r>
              <a:rPr lang="pt-BR" sz="3500" dirty="0">
                <a:solidFill>
                  <a:srgbClr val="F3F3F3"/>
                </a:solidFill>
                <a:latin typeface="Calibri"/>
                <a:ea typeface="Calibri"/>
                <a:cs typeface="Calibri"/>
                <a:sym typeface="Calibri"/>
              </a:rPr>
              <a:t>a noiva ornada de suas </a:t>
            </a:r>
            <a:r>
              <a:rPr lang="pt-BR" sz="3500" dirty="0" err="1">
                <a:solidFill>
                  <a:srgbClr val="F3F3F3"/>
                </a:solidFill>
                <a:latin typeface="Calibri"/>
                <a:ea typeface="Calibri"/>
                <a:cs typeface="Calibri"/>
                <a:sym typeface="Calibri"/>
              </a:rPr>
              <a:t>jóias</a:t>
            </a:r>
            <a:r>
              <a:rPr lang="pt-BR" sz="3500" dirty="0">
                <a:solidFill>
                  <a:srgbClr val="F3F3F3"/>
                </a:solidFill>
                <a:latin typeface="Calibri"/>
                <a:ea typeface="Calibri"/>
                <a:cs typeface="Calibri"/>
                <a:sym typeface="Calibri"/>
              </a:rPr>
              <a:t>.</a:t>
            </a:r>
            <a:endParaRPr sz="3500" b="1" dirty="0">
              <a:solidFill>
                <a:srgbClr val="F3F3F3"/>
              </a:solidFill>
              <a:latin typeface="Calibri"/>
              <a:ea typeface="Calibri"/>
              <a:cs typeface="Calibri"/>
              <a:sym typeface="Calibri"/>
            </a:endParaRPr>
          </a:p>
        </p:txBody>
      </p:sp>
      <p:sp>
        <p:nvSpPr>
          <p:cNvPr id="119" name="Google Shape;119;p23"/>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0" name="Google Shape;120;p23"/>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Ritos Iniciais - Antífona da Entrada</a:t>
            </a:r>
            <a:endParaRPr sz="1600" b="1" dirty="0">
              <a:solidFill>
                <a:schemeClr val="tx1"/>
              </a:solidFill>
            </a:endParaRPr>
          </a:p>
        </p:txBody>
      </p:sp>
      <p:sp>
        <p:nvSpPr>
          <p:cNvPr id="121" name="Google Shape;121;p23"/>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299157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body" idx="1"/>
          </p:nvPr>
        </p:nvSpPr>
        <p:spPr>
          <a:xfrm>
            <a:off x="252000" y="771750"/>
            <a:ext cx="8758436"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smtClean="0">
                <a:solidFill>
                  <a:schemeClr val="accent1"/>
                </a:solidFill>
                <a:latin typeface="Calibri"/>
                <a:ea typeface="Calibri"/>
                <a:cs typeface="Calibri"/>
                <a:sym typeface="Calibri"/>
              </a:rPr>
              <a:t>Ato Penitencial</a:t>
            </a:r>
            <a:endParaRPr lang="pt-BR" sz="3500" b="1" dirty="0">
              <a:solidFill>
                <a:schemeClr val="accent1"/>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4"/>
                </a:solidFill>
                <a:latin typeface="Calibri"/>
                <a:ea typeface="Calibri"/>
                <a:cs typeface="Calibri"/>
                <a:sym typeface="Calibri"/>
              </a:rPr>
              <a:t>P</a:t>
            </a:r>
            <a:r>
              <a:rPr lang="pt-BR" sz="3500" dirty="0">
                <a:solidFill>
                  <a:schemeClr val="accent4"/>
                </a:solidFill>
                <a:latin typeface="Calibri"/>
                <a:ea typeface="Calibri"/>
                <a:cs typeface="Calibri"/>
                <a:sym typeface="Calibri"/>
              </a:rPr>
              <a:t>. </a:t>
            </a:r>
            <a:r>
              <a:rPr lang="pt-BR" sz="3500" dirty="0">
                <a:solidFill>
                  <a:srgbClr val="F3F3F3"/>
                </a:solidFill>
                <a:latin typeface="Calibri"/>
                <a:ea typeface="Calibri"/>
                <a:cs typeface="Calibri"/>
                <a:sym typeface="Calibri"/>
              </a:rPr>
              <a:t>O Senhor Jesus, que nos convida </a:t>
            </a:r>
            <a:r>
              <a:rPr lang="pt-BR" sz="3500" dirty="0" smtClean="0">
                <a:solidFill>
                  <a:srgbClr val="F3F3F3"/>
                </a:solidFill>
                <a:latin typeface="Calibri"/>
                <a:ea typeface="Calibri"/>
                <a:cs typeface="Calibri"/>
                <a:sym typeface="Calibri"/>
              </a:rPr>
              <a:t>à mesa </a:t>
            </a:r>
            <a:r>
              <a:rPr lang="pt-BR" sz="3500" dirty="0">
                <a:solidFill>
                  <a:srgbClr val="F3F3F3"/>
                </a:solidFill>
                <a:latin typeface="Calibri"/>
                <a:ea typeface="Calibri"/>
                <a:cs typeface="Calibri"/>
                <a:sym typeface="Calibri"/>
              </a:rPr>
              <a:t>da Palavra e da Eucaristia, </a:t>
            </a:r>
            <a:r>
              <a:rPr lang="pt-BR" sz="3500" dirty="0" smtClean="0">
                <a:solidFill>
                  <a:srgbClr val="F3F3F3"/>
                </a:solidFill>
                <a:latin typeface="Calibri"/>
                <a:ea typeface="Calibri"/>
                <a:cs typeface="Calibri"/>
                <a:sym typeface="Calibri"/>
              </a:rPr>
              <a:t>nos chama </a:t>
            </a:r>
            <a:r>
              <a:rPr lang="pt-BR" sz="3500" dirty="0">
                <a:solidFill>
                  <a:srgbClr val="F3F3F3"/>
                </a:solidFill>
                <a:latin typeface="Calibri"/>
                <a:ea typeface="Calibri"/>
                <a:cs typeface="Calibri"/>
                <a:sym typeface="Calibri"/>
              </a:rPr>
              <a:t>à conversão. </a:t>
            </a:r>
            <a:r>
              <a:rPr lang="pt-BR" sz="3500" dirty="0" smtClean="0">
                <a:solidFill>
                  <a:srgbClr val="F3F3F3"/>
                </a:solidFill>
                <a:latin typeface="Calibri"/>
                <a:ea typeface="Calibri"/>
                <a:cs typeface="Calibri"/>
                <a:sym typeface="Calibri"/>
              </a:rPr>
              <a:t>Reconheçamo-nos pecadores </a:t>
            </a:r>
            <a:r>
              <a:rPr lang="pt-BR" sz="3500" dirty="0">
                <a:solidFill>
                  <a:srgbClr val="F3F3F3"/>
                </a:solidFill>
                <a:latin typeface="Calibri"/>
                <a:ea typeface="Calibri"/>
                <a:cs typeface="Calibri"/>
                <a:sym typeface="Calibri"/>
              </a:rPr>
              <a:t>e invoquemos com </a:t>
            </a:r>
            <a:r>
              <a:rPr lang="pt-BR" sz="3500" dirty="0" smtClean="0">
                <a:solidFill>
                  <a:srgbClr val="F3F3F3"/>
                </a:solidFill>
                <a:latin typeface="Calibri"/>
                <a:ea typeface="Calibri"/>
                <a:cs typeface="Calibri"/>
                <a:sym typeface="Calibri"/>
              </a:rPr>
              <a:t>confiança a </a:t>
            </a:r>
            <a:r>
              <a:rPr lang="pt-BR" sz="3500" dirty="0">
                <a:solidFill>
                  <a:srgbClr val="F3F3F3"/>
                </a:solidFill>
                <a:latin typeface="Calibri"/>
                <a:ea typeface="Calibri"/>
                <a:cs typeface="Calibri"/>
                <a:sym typeface="Calibri"/>
              </a:rPr>
              <a:t>misericórdia do Pai.</a:t>
            </a:r>
            <a:endParaRPr sz="3500" dirty="0">
              <a:solidFill>
                <a:srgbClr val="F3F3F3"/>
              </a:solidFill>
              <a:latin typeface="Calibri"/>
              <a:ea typeface="Calibri"/>
              <a:cs typeface="Calibri"/>
              <a:sym typeface="Calibri"/>
            </a:endParaRPr>
          </a:p>
          <a:p>
            <a:pPr marL="0" lvl="0" indent="0" algn="r" rtl="0">
              <a:lnSpc>
                <a:spcPct val="100000"/>
              </a:lnSpc>
              <a:spcBef>
                <a:spcPts val="600"/>
              </a:spcBef>
              <a:spcAft>
                <a:spcPts val="0"/>
              </a:spcAft>
              <a:buNone/>
            </a:pPr>
            <a:r>
              <a:rPr lang="pt-BR" sz="3500" i="1" dirty="0">
                <a:solidFill>
                  <a:srgbClr val="F3F3F3"/>
                </a:solidFill>
                <a:latin typeface="Calibri"/>
                <a:ea typeface="Calibri"/>
                <a:cs typeface="Calibri"/>
                <a:sym typeface="Calibri"/>
              </a:rPr>
              <a:t>(Momento de silêncio)</a:t>
            </a:r>
            <a:endParaRPr sz="3500" i="1" dirty="0">
              <a:solidFill>
                <a:srgbClr val="F3F3F3"/>
              </a:solidFill>
              <a:latin typeface="Calibri"/>
              <a:ea typeface="Calibri"/>
              <a:cs typeface="Calibri"/>
              <a:sym typeface="Calibri"/>
            </a:endParaRPr>
          </a:p>
          <a:p>
            <a:pPr marL="0" lvl="0" indent="0" algn="l" rtl="0">
              <a:lnSpc>
                <a:spcPct val="100000"/>
              </a:lnSpc>
              <a:spcBef>
                <a:spcPts val="1600"/>
              </a:spcBef>
              <a:spcAft>
                <a:spcPts val="0"/>
              </a:spcAft>
              <a:buNone/>
            </a:pPr>
            <a:endParaRPr sz="3500" dirty="0">
              <a:solidFill>
                <a:srgbClr val="F3F3F3"/>
              </a:solidFill>
              <a:latin typeface="Calibri"/>
              <a:ea typeface="Calibri"/>
              <a:cs typeface="Calibri"/>
              <a:sym typeface="Calibri"/>
            </a:endParaRPr>
          </a:p>
          <a:p>
            <a:pPr marL="0" lvl="0" indent="0" algn="l" rtl="0">
              <a:lnSpc>
                <a:spcPct val="100000"/>
              </a:lnSpc>
              <a:spcBef>
                <a:spcPts val="1600"/>
              </a:spcBef>
              <a:spcAft>
                <a:spcPts val="0"/>
              </a:spcAft>
              <a:buNone/>
            </a:pPr>
            <a:endParaRPr sz="3500" dirty="0">
              <a:solidFill>
                <a:schemeClr val="accent4"/>
              </a:solidFill>
              <a:latin typeface="Calibri"/>
              <a:ea typeface="Calibri"/>
              <a:cs typeface="Calibri"/>
              <a:sym typeface="Calibri"/>
            </a:endParaRPr>
          </a:p>
          <a:p>
            <a:pPr marL="0" lvl="0" indent="0" algn="l" rtl="0">
              <a:lnSpc>
                <a:spcPct val="100000"/>
              </a:lnSpc>
              <a:spcBef>
                <a:spcPts val="1600"/>
              </a:spcBef>
              <a:spcAft>
                <a:spcPts val="0"/>
              </a:spcAft>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Bendito seja Deus que nos reuniu no amor de Cristo.</a:t>
            </a:r>
            <a:endParaRPr sz="3500" b="1" dirty="0">
              <a:solidFill>
                <a:srgbClr val="F3F3F3"/>
              </a:solidFill>
              <a:latin typeface="Calibri"/>
              <a:ea typeface="Calibri"/>
              <a:cs typeface="Calibri"/>
              <a:sym typeface="Calibri"/>
            </a:endParaRPr>
          </a:p>
          <a:p>
            <a:pPr marL="0" lvl="0" indent="0" algn="l" rtl="0">
              <a:lnSpc>
                <a:spcPct val="100000"/>
              </a:lnSpc>
              <a:spcBef>
                <a:spcPts val="1600"/>
              </a:spcBef>
              <a:spcAft>
                <a:spcPts val="0"/>
              </a:spcAft>
              <a:buNone/>
            </a:pPr>
            <a:endParaRPr sz="3500" b="1" dirty="0">
              <a:solidFill>
                <a:srgbClr val="F3F3F3"/>
              </a:solidFill>
              <a:latin typeface="Calibri"/>
              <a:ea typeface="Calibri"/>
              <a:cs typeface="Calibri"/>
              <a:sym typeface="Calibri"/>
            </a:endParaRPr>
          </a:p>
          <a:p>
            <a:pPr marL="0" lvl="0" indent="0" algn="l" rtl="0">
              <a:lnSpc>
                <a:spcPct val="100000"/>
              </a:lnSpc>
              <a:spcBef>
                <a:spcPts val="1600"/>
              </a:spcBef>
              <a:spcAft>
                <a:spcPts val="1600"/>
              </a:spcAft>
              <a:buNone/>
            </a:pPr>
            <a:endParaRPr sz="3500" b="1" dirty="0">
              <a:solidFill>
                <a:srgbClr val="F3F3F3"/>
              </a:solidFill>
              <a:latin typeface="Calibri"/>
              <a:ea typeface="Calibri"/>
              <a:cs typeface="Calibri"/>
              <a:sym typeface="Calibri"/>
            </a:endParaRPr>
          </a:p>
        </p:txBody>
      </p:sp>
      <p:sp>
        <p:nvSpPr>
          <p:cNvPr id="135" name="Google Shape;135;p2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6" name="Google Shape;136;p25"/>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 Ato Penitencial</a:t>
            </a:r>
            <a:endParaRPr sz="1600" b="1" dirty="0">
              <a:solidFill>
                <a:schemeClr val="tx1"/>
              </a:solidFill>
            </a:endParaRPr>
          </a:p>
        </p:txBody>
      </p:sp>
      <p:sp>
        <p:nvSpPr>
          <p:cNvPr id="137" name="Google Shape;137;p2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body" idx="1"/>
          </p:nvPr>
        </p:nvSpPr>
        <p:spPr>
          <a:xfrm>
            <a:off x="252000" y="421555"/>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4"/>
                </a:solidFill>
                <a:latin typeface="Calibri"/>
                <a:ea typeface="Calibri"/>
                <a:cs typeface="Calibri"/>
                <a:sym typeface="Calibri"/>
              </a:rPr>
              <a:t>P. </a:t>
            </a:r>
            <a:r>
              <a:rPr lang="pt-BR" sz="3500" dirty="0">
                <a:solidFill>
                  <a:srgbClr val="F3F3F3"/>
                </a:solidFill>
                <a:latin typeface="Calibri"/>
                <a:ea typeface="Calibri"/>
                <a:cs typeface="Calibri"/>
                <a:sym typeface="Calibri"/>
              </a:rPr>
              <a:t>Confessemos os nossos pecados</a:t>
            </a:r>
            <a:r>
              <a:rPr lang="pt-BR" sz="3500" dirty="0" smtClean="0">
                <a:solidFill>
                  <a:srgbClr val="F3F3F3"/>
                </a:solidFill>
                <a:latin typeface="Calibri"/>
                <a:ea typeface="Calibri"/>
                <a:cs typeface="Calibri"/>
                <a:sym typeface="Calibri"/>
              </a:rPr>
              <a:t>:</a:t>
            </a:r>
            <a:endParaRPr sz="3500" dirty="0">
              <a:solidFill>
                <a:schemeClr val="accent4"/>
              </a:solidFill>
              <a:latin typeface="Calibri"/>
              <a:ea typeface="Calibri"/>
              <a:cs typeface="Calibri"/>
              <a:sym typeface="Calibri"/>
            </a:endParaRPr>
          </a:p>
          <a:p>
            <a:pPr marL="0" lvl="0" indent="0">
              <a:lnSpc>
                <a:spcPct val="100000"/>
              </a:lnSpc>
              <a:spcBef>
                <a:spcPts val="1600"/>
              </a:spcBef>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Confesso a Deus todo-poderoso e </a:t>
            </a:r>
            <a:r>
              <a:rPr lang="pt-BR" sz="3500" b="1" dirty="0" smtClean="0">
                <a:solidFill>
                  <a:srgbClr val="F3F3F3"/>
                </a:solidFill>
                <a:latin typeface="Calibri"/>
                <a:ea typeface="Calibri"/>
                <a:cs typeface="Calibri"/>
                <a:sym typeface="Calibri"/>
              </a:rPr>
              <a:t>a vós</a:t>
            </a:r>
            <a:r>
              <a:rPr lang="pt-BR" sz="3500" b="1" dirty="0">
                <a:solidFill>
                  <a:srgbClr val="F3F3F3"/>
                </a:solidFill>
                <a:latin typeface="Calibri"/>
                <a:ea typeface="Calibri"/>
                <a:cs typeface="Calibri"/>
                <a:sym typeface="Calibri"/>
              </a:rPr>
              <a:t>, irmãos e irmãs, que pequei </a:t>
            </a:r>
            <a:r>
              <a:rPr lang="pt-BR" sz="3500" b="1" dirty="0" smtClean="0">
                <a:solidFill>
                  <a:srgbClr val="F3F3F3"/>
                </a:solidFill>
                <a:latin typeface="Calibri"/>
                <a:ea typeface="Calibri"/>
                <a:cs typeface="Calibri"/>
                <a:sym typeface="Calibri"/>
              </a:rPr>
              <a:t>muitas vezes </a:t>
            </a:r>
            <a:r>
              <a:rPr lang="pt-BR" sz="3500" b="1" dirty="0">
                <a:solidFill>
                  <a:srgbClr val="F3F3F3"/>
                </a:solidFill>
                <a:latin typeface="Calibri"/>
                <a:ea typeface="Calibri"/>
                <a:cs typeface="Calibri"/>
                <a:sym typeface="Calibri"/>
              </a:rPr>
              <a:t>por pensamentos e palavras, </a:t>
            </a:r>
            <a:r>
              <a:rPr lang="pt-BR" sz="3500" b="1" dirty="0" smtClean="0">
                <a:solidFill>
                  <a:srgbClr val="F3F3F3"/>
                </a:solidFill>
                <a:latin typeface="Calibri"/>
                <a:ea typeface="Calibri"/>
                <a:cs typeface="Calibri"/>
                <a:sym typeface="Calibri"/>
              </a:rPr>
              <a:t>atos e </a:t>
            </a:r>
            <a:r>
              <a:rPr lang="pt-BR" sz="3500" b="1" dirty="0">
                <a:solidFill>
                  <a:srgbClr val="F3F3F3"/>
                </a:solidFill>
                <a:latin typeface="Calibri"/>
                <a:ea typeface="Calibri"/>
                <a:cs typeface="Calibri"/>
                <a:sym typeface="Calibri"/>
              </a:rPr>
              <a:t>omissões, por minha culpa, minha </a:t>
            </a:r>
            <a:r>
              <a:rPr lang="pt-BR" sz="3500" b="1" dirty="0" smtClean="0">
                <a:solidFill>
                  <a:srgbClr val="F3F3F3"/>
                </a:solidFill>
                <a:latin typeface="Calibri"/>
                <a:ea typeface="Calibri"/>
                <a:cs typeface="Calibri"/>
                <a:sym typeface="Calibri"/>
              </a:rPr>
              <a:t>tão grande </a:t>
            </a:r>
            <a:r>
              <a:rPr lang="pt-BR" sz="3500" b="1" dirty="0">
                <a:solidFill>
                  <a:srgbClr val="F3F3F3"/>
                </a:solidFill>
                <a:latin typeface="Calibri"/>
                <a:ea typeface="Calibri"/>
                <a:cs typeface="Calibri"/>
                <a:sym typeface="Calibri"/>
              </a:rPr>
              <a:t>culpa. E peço à Virgem Maria, </a:t>
            </a:r>
            <a:r>
              <a:rPr lang="pt-BR" sz="3500" b="1" dirty="0" smtClean="0">
                <a:solidFill>
                  <a:srgbClr val="F3F3F3"/>
                </a:solidFill>
                <a:latin typeface="Calibri"/>
                <a:ea typeface="Calibri"/>
                <a:cs typeface="Calibri"/>
                <a:sym typeface="Calibri"/>
              </a:rPr>
              <a:t>aos anjos </a:t>
            </a:r>
            <a:r>
              <a:rPr lang="pt-BR" sz="3500" b="1" dirty="0">
                <a:solidFill>
                  <a:srgbClr val="F3F3F3"/>
                </a:solidFill>
                <a:latin typeface="Calibri"/>
                <a:ea typeface="Calibri"/>
                <a:cs typeface="Calibri"/>
                <a:sym typeface="Calibri"/>
              </a:rPr>
              <a:t>e santos e a vós, irmãos e irmãs, </a:t>
            </a:r>
            <a:r>
              <a:rPr lang="pt-BR" sz="3500" b="1" dirty="0" smtClean="0">
                <a:solidFill>
                  <a:srgbClr val="F3F3F3"/>
                </a:solidFill>
                <a:latin typeface="Calibri"/>
                <a:ea typeface="Calibri"/>
                <a:cs typeface="Calibri"/>
                <a:sym typeface="Calibri"/>
              </a:rPr>
              <a:t>que rogueis </a:t>
            </a:r>
            <a:r>
              <a:rPr lang="pt-BR" sz="3500" b="1" dirty="0">
                <a:solidFill>
                  <a:srgbClr val="F3F3F3"/>
                </a:solidFill>
                <a:latin typeface="Calibri"/>
                <a:ea typeface="Calibri"/>
                <a:cs typeface="Calibri"/>
                <a:sym typeface="Calibri"/>
              </a:rPr>
              <a:t>por mim a </a:t>
            </a:r>
            <a:r>
              <a:rPr lang="pt-BR" sz="3500" b="1" dirty="0" smtClean="0">
                <a:solidFill>
                  <a:srgbClr val="F3F3F3"/>
                </a:solidFill>
                <a:latin typeface="Calibri"/>
                <a:ea typeface="Calibri"/>
                <a:cs typeface="Calibri"/>
                <a:sym typeface="Calibri"/>
              </a:rPr>
              <a:t>Deus, nosso </a:t>
            </a:r>
            <a:r>
              <a:rPr lang="pt-BR" sz="3500" b="1" dirty="0">
                <a:solidFill>
                  <a:srgbClr val="F3F3F3"/>
                </a:solidFill>
                <a:latin typeface="Calibri"/>
                <a:ea typeface="Calibri"/>
                <a:cs typeface="Calibri"/>
                <a:sym typeface="Calibri"/>
              </a:rPr>
              <a:t>Senhor</a:t>
            </a:r>
            <a:r>
              <a:rPr lang="pt-BR" sz="3500" b="1" dirty="0" smtClean="0">
                <a:solidFill>
                  <a:srgbClr val="F3F3F3"/>
                </a:solidFill>
                <a:latin typeface="Calibri"/>
                <a:ea typeface="Calibri"/>
                <a:cs typeface="Calibri"/>
                <a:sym typeface="Calibri"/>
              </a:rPr>
              <a:t>.</a:t>
            </a:r>
            <a:endParaRPr lang="pt-BR" sz="3500" b="1" dirty="0">
              <a:solidFill>
                <a:srgbClr val="F3F3F3"/>
              </a:solidFill>
              <a:latin typeface="Calibri"/>
              <a:ea typeface="Calibri"/>
              <a:cs typeface="Calibri"/>
              <a:sym typeface="Calibri"/>
            </a:endParaRPr>
          </a:p>
        </p:txBody>
      </p:sp>
      <p:sp>
        <p:nvSpPr>
          <p:cNvPr id="143"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 Ato Penitencial</a:t>
            </a:r>
            <a:endParaRPr sz="1600" b="1" dirty="0">
              <a:solidFill>
                <a:schemeClr val="tx1"/>
              </a:solidFill>
            </a:endParaRPr>
          </a:p>
        </p:txBody>
      </p:sp>
      <p:sp>
        <p:nvSpPr>
          <p:cNvPr id="145"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4"/>
                </a:solidFill>
                <a:latin typeface="Calibri"/>
                <a:ea typeface="Calibri"/>
                <a:cs typeface="Calibri"/>
                <a:sym typeface="Calibri"/>
              </a:rPr>
              <a:t>P. </a:t>
            </a:r>
            <a:r>
              <a:rPr lang="pt-BR" sz="3500" dirty="0">
                <a:solidFill>
                  <a:srgbClr val="F3F3F3"/>
                </a:solidFill>
                <a:latin typeface="Calibri"/>
                <a:ea typeface="Calibri"/>
                <a:cs typeface="Calibri"/>
                <a:sym typeface="Calibri"/>
              </a:rPr>
              <a:t>Deus todo-poderoso tenha </a:t>
            </a:r>
            <a:r>
              <a:rPr lang="pt-BR" sz="3500" dirty="0" smtClean="0">
                <a:solidFill>
                  <a:srgbClr val="F3F3F3"/>
                </a:solidFill>
                <a:latin typeface="Calibri"/>
                <a:ea typeface="Calibri"/>
                <a:cs typeface="Calibri"/>
                <a:sym typeface="Calibri"/>
              </a:rPr>
              <a:t>compaixão de </a:t>
            </a:r>
            <a:r>
              <a:rPr lang="pt-BR" sz="3500" dirty="0">
                <a:solidFill>
                  <a:srgbClr val="F3F3F3"/>
                </a:solidFill>
                <a:latin typeface="Calibri"/>
                <a:ea typeface="Calibri"/>
                <a:cs typeface="Calibri"/>
                <a:sym typeface="Calibri"/>
              </a:rPr>
              <a:t>nós, perdoe os nossos pecados e </a:t>
            </a:r>
            <a:r>
              <a:rPr lang="pt-BR" sz="3500" dirty="0" smtClean="0">
                <a:solidFill>
                  <a:srgbClr val="F3F3F3"/>
                </a:solidFill>
                <a:latin typeface="Calibri"/>
                <a:ea typeface="Calibri"/>
                <a:cs typeface="Calibri"/>
                <a:sym typeface="Calibri"/>
              </a:rPr>
              <a:t>nos conduza </a:t>
            </a:r>
            <a:r>
              <a:rPr lang="pt-BR" sz="3500" dirty="0">
                <a:solidFill>
                  <a:srgbClr val="F3F3F3"/>
                </a:solidFill>
                <a:latin typeface="Calibri"/>
                <a:ea typeface="Calibri"/>
                <a:cs typeface="Calibri"/>
                <a:sym typeface="Calibri"/>
              </a:rPr>
              <a:t>à vida eterna.</a:t>
            </a:r>
            <a:endParaRPr sz="3500" dirty="0">
              <a:solidFill>
                <a:schemeClr val="accent4"/>
              </a:solidFill>
              <a:latin typeface="Calibri"/>
              <a:ea typeface="Calibri"/>
              <a:cs typeface="Calibri"/>
              <a:sym typeface="Calibri"/>
            </a:endParaRPr>
          </a:p>
          <a:p>
            <a:pPr marL="0" lvl="0" indent="0">
              <a:lnSpc>
                <a:spcPct val="100000"/>
              </a:lnSpc>
              <a:spcBef>
                <a:spcPts val="1600"/>
              </a:spcBef>
              <a:buNone/>
            </a:pPr>
            <a:r>
              <a:rPr lang="pt-BR" sz="3500" dirty="0">
                <a:solidFill>
                  <a:schemeClr val="accent4"/>
                </a:solidFill>
                <a:latin typeface="Calibri"/>
                <a:ea typeface="Calibri"/>
                <a:cs typeface="Calibri"/>
                <a:sym typeface="Calibri"/>
              </a:rPr>
              <a:t>T. </a:t>
            </a:r>
            <a:r>
              <a:rPr lang="pt-BR" sz="3500" b="1" dirty="0" smtClean="0">
                <a:solidFill>
                  <a:srgbClr val="F3F3F3"/>
                </a:solidFill>
                <a:latin typeface="Calibri"/>
                <a:ea typeface="Calibri"/>
                <a:cs typeface="Calibri"/>
                <a:sym typeface="Calibri"/>
              </a:rPr>
              <a:t>Amém.</a:t>
            </a:r>
            <a:endParaRPr lang="pt-BR" sz="3500" b="1" dirty="0">
              <a:solidFill>
                <a:srgbClr val="F3F3F3"/>
              </a:solidFill>
              <a:latin typeface="Calibri"/>
              <a:ea typeface="Calibri"/>
              <a:cs typeface="Calibri"/>
              <a:sym typeface="Calibri"/>
            </a:endParaRPr>
          </a:p>
        </p:txBody>
      </p:sp>
      <p:sp>
        <p:nvSpPr>
          <p:cNvPr id="143"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4"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 Ato Penitencial</a:t>
            </a:r>
            <a:endParaRPr sz="1600" b="1" dirty="0">
              <a:solidFill>
                <a:schemeClr val="tx1"/>
              </a:solidFill>
            </a:endParaRPr>
          </a:p>
        </p:txBody>
      </p:sp>
      <p:sp>
        <p:nvSpPr>
          <p:cNvPr id="145"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322815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4"/>
                </a:solidFill>
                <a:latin typeface="Calibri"/>
                <a:ea typeface="Calibri"/>
                <a:cs typeface="Calibri"/>
                <a:sym typeface="Calibri"/>
              </a:rPr>
              <a:t>P. </a:t>
            </a:r>
            <a:r>
              <a:rPr lang="pt-BR" sz="3500" dirty="0">
                <a:solidFill>
                  <a:srgbClr val="F3F3F3"/>
                </a:solidFill>
                <a:latin typeface="Calibri"/>
                <a:ea typeface="Calibri"/>
                <a:cs typeface="Calibri"/>
                <a:sym typeface="Calibri"/>
              </a:rPr>
              <a:t>Senhor, tende piedade de nós.</a:t>
            </a:r>
            <a:endParaRPr lang="pt-BR" sz="3500" dirty="0">
              <a:solidFill>
                <a:schemeClr val="accent4"/>
              </a:solidFill>
              <a:latin typeface="Calibri"/>
              <a:ea typeface="Calibri"/>
              <a:cs typeface="Calibri"/>
              <a:sym typeface="Calibri"/>
            </a:endParaRPr>
          </a:p>
          <a:p>
            <a:pPr marL="0" lvl="0" indent="0">
              <a:lnSpc>
                <a:spcPct val="100000"/>
              </a:lnSpc>
              <a:spcBef>
                <a:spcPts val="600"/>
              </a:spcBef>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Senhor, tende piedade de nós.</a:t>
            </a:r>
            <a:endParaRPr lang="pt-BR" sz="3500" dirty="0" smtClean="0">
              <a:solidFill>
                <a:schemeClr val="accent4"/>
              </a:solidFill>
              <a:latin typeface="Calibri"/>
              <a:ea typeface="Calibri"/>
              <a:cs typeface="Calibri"/>
              <a:sym typeface="Calibri"/>
            </a:endParaRPr>
          </a:p>
          <a:p>
            <a:pPr marL="0" lvl="0" indent="0">
              <a:lnSpc>
                <a:spcPct val="100000"/>
              </a:lnSpc>
              <a:spcBef>
                <a:spcPts val="1800"/>
              </a:spcBef>
              <a:buNone/>
            </a:pPr>
            <a:r>
              <a:rPr lang="pt-BR" sz="3500" dirty="0" smtClean="0">
                <a:solidFill>
                  <a:schemeClr val="accent4"/>
                </a:solidFill>
                <a:latin typeface="Calibri"/>
                <a:ea typeface="Calibri"/>
                <a:cs typeface="Calibri"/>
                <a:sym typeface="Calibri"/>
              </a:rPr>
              <a:t>P</a:t>
            </a:r>
            <a:r>
              <a:rPr lang="pt-BR" sz="3500" dirty="0">
                <a:solidFill>
                  <a:schemeClr val="accent4"/>
                </a:solidFill>
                <a:latin typeface="Calibri"/>
                <a:ea typeface="Calibri"/>
                <a:cs typeface="Calibri"/>
                <a:sym typeface="Calibri"/>
              </a:rPr>
              <a:t>. </a:t>
            </a:r>
            <a:r>
              <a:rPr lang="pt-BR" sz="3500" dirty="0">
                <a:solidFill>
                  <a:srgbClr val="F3F3F3"/>
                </a:solidFill>
                <a:latin typeface="Calibri"/>
                <a:ea typeface="Calibri"/>
                <a:cs typeface="Calibri"/>
                <a:sym typeface="Calibri"/>
              </a:rPr>
              <a:t>Cristo, tende piedade de </a:t>
            </a:r>
            <a:r>
              <a:rPr lang="pt-BR" sz="3500" dirty="0" smtClean="0">
                <a:solidFill>
                  <a:srgbClr val="F3F3F3"/>
                </a:solidFill>
                <a:latin typeface="Calibri"/>
                <a:ea typeface="Calibri"/>
                <a:cs typeface="Calibri"/>
                <a:sym typeface="Calibri"/>
              </a:rPr>
              <a:t>nós.</a:t>
            </a:r>
            <a:endParaRPr sz="3500" dirty="0">
              <a:solidFill>
                <a:schemeClr val="accent4"/>
              </a:solidFill>
              <a:latin typeface="Calibri"/>
              <a:ea typeface="Calibri"/>
              <a:cs typeface="Calibri"/>
              <a:sym typeface="Calibri"/>
            </a:endParaRPr>
          </a:p>
          <a:p>
            <a:pPr marL="0" lvl="0" indent="0">
              <a:lnSpc>
                <a:spcPct val="100000"/>
              </a:lnSpc>
              <a:spcBef>
                <a:spcPts val="600"/>
              </a:spcBef>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Cristo, tende piedade de </a:t>
            </a:r>
            <a:r>
              <a:rPr lang="pt-BR" sz="3500" b="1" dirty="0" smtClean="0">
                <a:solidFill>
                  <a:srgbClr val="F3F3F3"/>
                </a:solidFill>
                <a:latin typeface="Calibri"/>
                <a:ea typeface="Calibri"/>
                <a:cs typeface="Calibri"/>
                <a:sym typeface="Calibri"/>
              </a:rPr>
              <a:t>nós.</a:t>
            </a:r>
            <a:endParaRPr lang="pt-BR" sz="3500" b="1" dirty="0">
              <a:solidFill>
                <a:srgbClr val="F3F3F3"/>
              </a:solidFill>
              <a:latin typeface="Calibri"/>
              <a:ea typeface="Calibri"/>
              <a:cs typeface="Calibri"/>
              <a:sym typeface="Calibri"/>
            </a:endParaRPr>
          </a:p>
          <a:p>
            <a:pPr marL="0" lvl="0" indent="0">
              <a:lnSpc>
                <a:spcPct val="100000"/>
              </a:lnSpc>
              <a:spcBef>
                <a:spcPts val="1800"/>
              </a:spcBef>
              <a:buNone/>
            </a:pPr>
            <a:r>
              <a:rPr lang="pt-BR" sz="3500" dirty="0" smtClean="0">
                <a:solidFill>
                  <a:schemeClr val="accent4"/>
                </a:solidFill>
                <a:latin typeface="Calibri"/>
                <a:ea typeface="Calibri"/>
                <a:cs typeface="Calibri"/>
                <a:sym typeface="Calibri"/>
              </a:rPr>
              <a:t>P. </a:t>
            </a:r>
            <a:r>
              <a:rPr lang="pt-BR" sz="3500" dirty="0" smtClean="0">
                <a:solidFill>
                  <a:srgbClr val="F3F3F3"/>
                </a:solidFill>
                <a:latin typeface="Calibri"/>
                <a:ea typeface="Calibri"/>
                <a:cs typeface="Calibri"/>
                <a:sym typeface="Calibri"/>
              </a:rPr>
              <a:t>Senhor, tende piedade de nós.</a:t>
            </a:r>
            <a:endParaRPr lang="pt-BR" sz="3500" dirty="0">
              <a:solidFill>
                <a:schemeClr val="accent4"/>
              </a:solidFill>
              <a:latin typeface="Calibri"/>
              <a:ea typeface="Calibri"/>
              <a:cs typeface="Calibri"/>
              <a:sym typeface="Calibri"/>
            </a:endParaRPr>
          </a:p>
          <a:p>
            <a:pPr marL="0" lvl="0" indent="0">
              <a:lnSpc>
                <a:spcPct val="100000"/>
              </a:lnSpc>
              <a:spcBef>
                <a:spcPts val="600"/>
              </a:spcBef>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Senhor, tende piedade de </a:t>
            </a:r>
            <a:r>
              <a:rPr lang="pt-BR" sz="3500" b="1" dirty="0" smtClean="0">
                <a:solidFill>
                  <a:srgbClr val="F3F3F3"/>
                </a:solidFill>
                <a:latin typeface="Calibri"/>
                <a:ea typeface="Calibri"/>
                <a:cs typeface="Calibri"/>
                <a:sym typeface="Calibri"/>
              </a:rPr>
              <a:t>nós.</a:t>
            </a:r>
            <a:endParaRPr lang="pt-BR" sz="3500" b="1" dirty="0">
              <a:solidFill>
                <a:srgbClr val="F3F3F3"/>
              </a:solidFill>
              <a:latin typeface="Calibri"/>
              <a:ea typeface="Calibri"/>
              <a:cs typeface="Calibri"/>
              <a:sym typeface="Calibri"/>
            </a:endParaRPr>
          </a:p>
        </p:txBody>
      </p:sp>
      <p:sp>
        <p:nvSpPr>
          <p:cNvPr id="6"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 Ato Penitencial</a:t>
            </a:r>
            <a:endParaRPr sz="1600" b="1" dirty="0">
              <a:solidFill>
                <a:schemeClr val="tx1"/>
              </a:solidFill>
            </a:endParaRPr>
          </a:p>
        </p:txBody>
      </p:sp>
      <p:sp>
        <p:nvSpPr>
          <p:cNvPr id="8"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269927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smtClean="0">
                <a:solidFill>
                  <a:schemeClr val="accent1"/>
                </a:solidFill>
                <a:latin typeface="Calibri"/>
                <a:ea typeface="Calibri"/>
                <a:cs typeface="Calibri"/>
                <a:sym typeface="Calibri"/>
              </a:rPr>
              <a:t>Hino de Louvor</a:t>
            </a:r>
            <a:endParaRPr lang="pt-BR" sz="3500" b="1" dirty="0">
              <a:solidFill>
                <a:schemeClr val="accent1"/>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3F3F3"/>
                </a:solidFill>
                <a:latin typeface="Calibri"/>
                <a:ea typeface="Calibri"/>
                <a:cs typeface="Calibri"/>
                <a:sym typeface="Calibri"/>
              </a:rPr>
              <a:t>Glória a Deus nas alturas,</a:t>
            </a:r>
            <a:endParaRPr sz="3500" dirty="0">
              <a:solidFill>
                <a:srgbClr val="F3F3F3"/>
              </a:solidFill>
              <a:latin typeface="Calibri"/>
              <a:ea typeface="Calibri"/>
              <a:cs typeface="Calibri"/>
              <a:sym typeface="Calibri"/>
            </a:endParaRPr>
          </a:p>
          <a:p>
            <a:pPr marL="0" lvl="0" indent="0" algn="l" rtl="0">
              <a:lnSpc>
                <a:spcPct val="100000"/>
              </a:lnSpc>
              <a:spcBef>
                <a:spcPts val="1600"/>
              </a:spcBef>
              <a:buNone/>
            </a:pPr>
            <a:r>
              <a:rPr lang="pt-BR" sz="3500" dirty="0">
                <a:solidFill>
                  <a:schemeClr val="accent1"/>
                </a:solidFill>
                <a:latin typeface="Calibri"/>
                <a:ea typeface="Calibri"/>
                <a:cs typeface="Calibri"/>
                <a:sym typeface="Calibri"/>
              </a:rPr>
              <a:t>T. </a:t>
            </a:r>
            <a:r>
              <a:rPr lang="pt-BR" sz="3500" b="1" dirty="0">
                <a:solidFill>
                  <a:srgbClr val="F3F3F3"/>
                </a:solidFill>
                <a:latin typeface="Calibri"/>
                <a:ea typeface="Calibri"/>
                <a:cs typeface="Calibri"/>
                <a:sym typeface="Calibri"/>
              </a:rPr>
              <a:t>e paz na terra aos homens por Ele amados. / Senhor Deus, rei dos céus, / Deus Pai todo-poderoso: / nós vos louvamos, / nós vos bendizemos, / nós vos adoramos, / nós </a:t>
            </a:r>
            <a:r>
              <a:rPr lang="pt-BR" sz="3500" b="1" dirty="0" smtClean="0">
                <a:solidFill>
                  <a:srgbClr val="F3F3F3"/>
                </a:solidFill>
                <a:latin typeface="Calibri"/>
                <a:ea typeface="Calibri"/>
                <a:cs typeface="Calibri"/>
                <a:sym typeface="Calibri"/>
              </a:rPr>
              <a:t>vos</a:t>
            </a:r>
            <a:endParaRPr sz="3500" dirty="0">
              <a:solidFill>
                <a:schemeClr val="accent4"/>
              </a:solidFill>
              <a:latin typeface="Calibri"/>
              <a:ea typeface="Calibri"/>
              <a:cs typeface="Calibri"/>
              <a:sym typeface="Calibri"/>
            </a:endParaRPr>
          </a:p>
        </p:txBody>
      </p:sp>
      <p:sp>
        <p:nvSpPr>
          <p:cNvPr id="6"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a:t>
            </a:r>
            <a:r>
              <a:rPr lang="pt-BR" sz="1600" b="1" dirty="0" smtClean="0">
                <a:solidFill>
                  <a:schemeClr val="tx1"/>
                </a:solidFill>
              </a:rPr>
              <a:t>- Hino de Louvor</a:t>
            </a:r>
            <a:endParaRPr sz="1600" b="1" dirty="0">
              <a:solidFill>
                <a:schemeClr val="tx1"/>
              </a:solidFill>
            </a:endParaRPr>
          </a:p>
        </p:txBody>
      </p:sp>
      <p:sp>
        <p:nvSpPr>
          <p:cNvPr id="8"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b="1" dirty="0">
                <a:solidFill>
                  <a:srgbClr val="F3F3F3"/>
                </a:solidFill>
                <a:latin typeface="Calibri"/>
                <a:ea typeface="Calibri"/>
                <a:cs typeface="Calibri"/>
                <a:sym typeface="Calibri"/>
              </a:rPr>
              <a:t>glorificamos, / nós vos damos graças por vossa imensa glória. / Senhor Jesus </a:t>
            </a:r>
            <a:r>
              <a:rPr lang="pt-BR" sz="3500" b="1" dirty="0" smtClean="0">
                <a:solidFill>
                  <a:srgbClr val="F3F3F3"/>
                </a:solidFill>
                <a:latin typeface="Calibri"/>
                <a:ea typeface="Calibri"/>
                <a:cs typeface="Calibri"/>
                <a:sym typeface="Calibri"/>
              </a:rPr>
              <a:t>Cristo,</a:t>
            </a:r>
            <a:r>
              <a:rPr lang="pt-BR" sz="3500" dirty="0" smtClean="0">
                <a:solidFill>
                  <a:schemeClr val="accent4"/>
                </a:solidFill>
                <a:latin typeface="Calibri"/>
                <a:ea typeface="Calibri"/>
                <a:cs typeface="Calibri"/>
                <a:sym typeface="Calibri"/>
              </a:rPr>
              <a:t> </a:t>
            </a:r>
            <a:r>
              <a:rPr lang="pt-BR" sz="3500" b="1" dirty="0" smtClean="0">
                <a:solidFill>
                  <a:srgbClr val="F3F3F3"/>
                </a:solidFill>
                <a:latin typeface="Calibri"/>
                <a:ea typeface="Calibri"/>
                <a:cs typeface="Calibri"/>
                <a:sym typeface="Calibri"/>
              </a:rPr>
              <a:t>Filho </a:t>
            </a:r>
            <a:r>
              <a:rPr lang="pt-BR" sz="3500" b="1" dirty="0">
                <a:solidFill>
                  <a:srgbClr val="F3F3F3"/>
                </a:solidFill>
                <a:latin typeface="Calibri"/>
                <a:ea typeface="Calibri"/>
                <a:cs typeface="Calibri"/>
                <a:sym typeface="Calibri"/>
              </a:rPr>
              <a:t>Unigênito, / Senhor Deus, / Cordeiro de Deus, / Filho de Deus Pai. / Vós que tirais o pecado do mundo, / tende piedade de nós. / Vós que tirais o pecado do mundo, / acolhei a nossa súplica. / Vós que estais à direita </a:t>
            </a:r>
            <a:r>
              <a:rPr lang="pt-BR" sz="3500" b="1" dirty="0" smtClean="0">
                <a:solidFill>
                  <a:srgbClr val="F3F3F3"/>
                </a:solidFill>
                <a:latin typeface="Calibri"/>
                <a:ea typeface="Calibri"/>
                <a:cs typeface="Calibri"/>
                <a:sym typeface="Calibri"/>
              </a:rPr>
              <a:t>do</a:t>
            </a:r>
            <a:endParaRPr sz="3500" b="1" dirty="0">
              <a:solidFill>
                <a:srgbClr val="F3F3F3"/>
              </a:solidFill>
              <a:latin typeface="Calibri"/>
              <a:ea typeface="Calibri"/>
              <a:cs typeface="Calibri"/>
              <a:sym typeface="Calibri"/>
            </a:endParaRPr>
          </a:p>
        </p:txBody>
      </p:sp>
      <p:sp>
        <p:nvSpPr>
          <p:cNvPr id="6"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a:t>
            </a:r>
            <a:r>
              <a:rPr lang="pt-BR" sz="1600" b="1" dirty="0" smtClean="0">
                <a:solidFill>
                  <a:schemeClr val="tx1"/>
                </a:solidFill>
              </a:rPr>
              <a:t>- Hino de Louvor</a:t>
            </a:r>
            <a:endParaRPr sz="1600" b="1" dirty="0">
              <a:solidFill>
                <a:schemeClr val="tx1"/>
              </a:solidFill>
            </a:endParaRPr>
          </a:p>
        </p:txBody>
      </p:sp>
      <p:sp>
        <p:nvSpPr>
          <p:cNvPr id="8"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b="1" dirty="0">
                <a:solidFill>
                  <a:srgbClr val="F3F3F3"/>
                </a:solidFill>
                <a:latin typeface="Calibri"/>
                <a:ea typeface="Calibri"/>
                <a:cs typeface="Calibri"/>
                <a:sym typeface="Calibri"/>
              </a:rPr>
              <a:t>Pai, / tende piedade de nós. / Só vós sois o Santo, / só vós, o Senhor, / só </a:t>
            </a:r>
            <a:r>
              <a:rPr lang="pt-BR" sz="3500" b="1" dirty="0" smtClean="0">
                <a:solidFill>
                  <a:srgbClr val="F3F3F3"/>
                </a:solidFill>
                <a:latin typeface="Calibri"/>
                <a:ea typeface="Calibri"/>
                <a:cs typeface="Calibri"/>
                <a:sym typeface="Calibri"/>
              </a:rPr>
              <a:t>vós, o Altíssimo</a:t>
            </a:r>
            <a:r>
              <a:rPr lang="pt-BR" sz="3500" b="1" dirty="0">
                <a:solidFill>
                  <a:srgbClr val="F3F3F3"/>
                </a:solidFill>
                <a:latin typeface="Calibri"/>
                <a:ea typeface="Calibri"/>
                <a:cs typeface="Calibri"/>
                <a:sym typeface="Calibri"/>
              </a:rPr>
              <a:t>, / Jesus </a:t>
            </a:r>
            <a:r>
              <a:rPr lang="pt-BR" sz="3500" b="1" dirty="0" smtClean="0">
                <a:solidFill>
                  <a:srgbClr val="F3F3F3"/>
                </a:solidFill>
                <a:latin typeface="Calibri"/>
                <a:ea typeface="Calibri"/>
                <a:cs typeface="Calibri"/>
                <a:sym typeface="Calibri"/>
              </a:rPr>
              <a:t>Cristo</a:t>
            </a:r>
            <a:r>
              <a:rPr lang="pt-BR" sz="3500" b="1" dirty="0">
                <a:solidFill>
                  <a:srgbClr val="F3F3F3"/>
                </a:solidFill>
                <a:latin typeface="Calibri"/>
                <a:ea typeface="Calibri"/>
                <a:cs typeface="Calibri"/>
                <a:sym typeface="Calibri"/>
              </a:rPr>
              <a:t>, / com o Espírito Santo, na glória de Deus Pai. / Amém.</a:t>
            </a:r>
            <a:endParaRPr sz="3500" b="1" dirty="0">
              <a:solidFill>
                <a:srgbClr val="F3F3F3"/>
              </a:solidFill>
              <a:latin typeface="Calibri"/>
              <a:ea typeface="Calibri"/>
              <a:cs typeface="Calibri"/>
              <a:sym typeface="Calibri"/>
            </a:endParaRPr>
          </a:p>
        </p:txBody>
      </p:sp>
      <p:sp>
        <p:nvSpPr>
          <p:cNvPr id="6"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Iniciais </a:t>
            </a:r>
            <a:r>
              <a:rPr lang="pt-BR" sz="1600" b="1" dirty="0" smtClean="0">
                <a:solidFill>
                  <a:schemeClr val="tx1"/>
                </a:solidFill>
              </a:rPr>
              <a:t>- Hino de Louvor</a:t>
            </a:r>
            <a:endParaRPr sz="1600" b="1" dirty="0">
              <a:solidFill>
                <a:schemeClr val="tx1"/>
              </a:solidFill>
            </a:endParaRPr>
          </a:p>
        </p:txBody>
      </p:sp>
      <p:sp>
        <p:nvSpPr>
          <p:cNvPr id="8"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 </a:t>
            </a:r>
            <a:r>
              <a:rPr lang="pt-BR" sz="3500" dirty="0">
                <a:solidFill>
                  <a:srgbClr val="F3F3F3"/>
                </a:solidFill>
                <a:latin typeface="Calibri"/>
                <a:ea typeface="Calibri"/>
                <a:cs typeface="Calibri"/>
                <a:sym typeface="Calibri"/>
              </a:rPr>
              <a:t>OREMOS: Ó Deus, que preparastes uma digna habitação para o vosso Filho, pela Imaculada Conceição da Virgem Maria, preservando-a de todo pecado em previsão dos méritos de Cristo, concedei-nos chegar até vós purificados também de toda culpa por </a:t>
            </a:r>
            <a:r>
              <a:rPr lang="pt-BR" sz="3500" dirty="0" smtClean="0">
                <a:solidFill>
                  <a:srgbClr val="F3F3F3"/>
                </a:solidFill>
                <a:latin typeface="Calibri"/>
                <a:ea typeface="Calibri"/>
                <a:cs typeface="Calibri"/>
                <a:sym typeface="Calibri"/>
              </a:rPr>
              <a:t>sua materna intercessão.</a:t>
            </a:r>
            <a:endParaRPr lang="pt-BR" sz="3500" b="1" dirty="0">
              <a:solidFill>
                <a:srgbClr val="F3F3F3"/>
              </a:solidFill>
              <a:latin typeface="Calibri"/>
              <a:ea typeface="Calibri"/>
              <a:cs typeface="Calibri"/>
              <a:sym typeface="Calibri"/>
            </a:endParaRPr>
          </a:p>
        </p:txBody>
      </p:sp>
      <p:sp>
        <p:nvSpPr>
          <p:cNvPr id="6"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Ritos Iniciais - Oração</a:t>
            </a:r>
          </a:p>
        </p:txBody>
      </p:sp>
      <p:sp>
        <p:nvSpPr>
          <p:cNvPr id="8"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984571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3F3F3"/>
                </a:solidFill>
                <a:latin typeface="Calibri"/>
                <a:ea typeface="Calibri"/>
                <a:cs typeface="Calibri"/>
                <a:sym typeface="Calibri"/>
              </a:rPr>
              <a:t>Por </a:t>
            </a:r>
            <a:r>
              <a:rPr lang="pt-BR" sz="3500" dirty="0">
                <a:solidFill>
                  <a:srgbClr val="F3F3F3"/>
                </a:solidFill>
                <a:latin typeface="Calibri"/>
                <a:ea typeface="Calibri"/>
                <a:cs typeface="Calibri"/>
                <a:sym typeface="Calibri"/>
              </a:rPr>
              <a:t>nosso Senhor Jesus Cristo, vosso Filho, na unidade do Espírito </a:t>
            </a:r>
            <a:r>
              <a:rPr lang="pt-BR" sz="3500" dirty="0" smtClean="0">
                <a:solidFill>
                  <a:srgbClr val="F3F3F3"/>
                </a:solidFill>
                <a:latin typeface="Calibri"/>
                <a:ea typeface="Calibri"/>
                <a:cs typeface="Calibri"/>
                <a:sym typeface="Calibri"/>
              </a:rPr>
              <a:t>Santo.</a:t>
            </a:r>
            <a:endParaRPr lang="pt-BR" sz="3500" dirty="0">
              <a:solidFill>
                <a:schemeClr val="accent4"/>
              </a:solidFill>
              <a:latin typeface="Calibri"/>
              <a:ea typeface="Calibri"/>
              <a:cs typeface="Calibri"/>
              <a:sym typeface="Calibri"/>
            </a:endParaRPr>
          </a:p>
          <a:p>
            <a:pPr marL="0" lvl="0" indent="0">
              <a:lnSpc>
                <a:spcPct val="100000"/>
              </a:lnSpc>
              <a:spcBef>
                <a:spcPts val="1600"/>
              </a:spcBef>
              <a:buNone/>
            </a:pPr>
            <a:r>
              <a:rPr lang="pt-BR" sz="3500" dirty="0">
                <a:solidFill>
                  <a:schemeClr val="accent4"/>
                </a:solidFill>
                <a:latin typeface="Calibri"/>
                <a:ea typeface="Calibri"/>
                <a:cs typeface="Calibri"/>
                <a:sym typeface="Calibri"/>
              </a:rPr>
              <a:t>T. </a:t>
            </a:r>
            <a:r>
              <a:rPr lang="pt-BR" sz="3500" b="1" dirty="0">
                <a:solidFill>
                  <a:srgbClr val="F3F3F3"/>
                </a:solidFill>
                <a:latin typeface="Calibri"/>
                <a:ea typeface="Calibri"/>
                <a:cs typeface="Calibri"/>
                <a:sym typeface="Calibri"/>
              </a:rPr>
              <a:t>Amém.</a:t>
            </a:r>
          </a:p>
        </p:txBody>
      </p:sp>
      <p:sp>
        <p:nvSpPr>
          <p:cNvPr id="6" name="Google Shape;143;p26"/>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144;p26"/>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Ritos Iniciais - Oração</a:t>
            </a:r>
          </a:p>
        </p:txBody>
      </p:sp>
      <p:sp>
        <p:nvSpPr>
          <p:cNvPr id="8" name="Google Shape;145;p26"/>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4047008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5"/>
        <p:cNvGrpSpPr/>
        <p:nvPr/>
      </p:nvGrpSpPr>
      <p:grpSpPr>
        <a:xfrm>
          <a:off x="0" y="0"/>
          <a:ext cx="0" cy="0"/>
          <a:chOff x="0" y="0"/>
          <a:chExt cx="0" cy="0"/>
        </a:xfrm>
      </p:grpSpPr>
    </p:spTree>
    <p:extLst>
      <p:ext uri="{BB962C8B-B14F-4D97-AF65-F5344CB8AC3E}">
        <p14:creationId xmlns:p14="http://schemas.microsoft.com/office/powerpoint/2010/main" val="884409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L. </a:t>
            </a:r>
            <a:r>
              <a:rPr lang="pt-BR" sz="3500" dirty="0">
                <a:solidFill>
                  <a:srgbClr val="F3F3F3"/>
                </a:solidFill>
                <a:latin typeface="Calibri"/>
                <a:ea typeface="Calibri"/>
                <a:cs typeface="Calibri"/>
                <a:sym typeface="Calibri"/>
              </a:rPr>
              <a:t>Em Maria Imaculada, o céu já anunciava </a:t>
            </a:r>
            <a:r>
              <a:rPr lang="pt-BR" sz="3500" dirty="0" smtClean="0">
                <a:solidFill>
                  <a:srgbClr val="F3F3F3"/>
                </a:solidFill>
                <a:latin typeface="Calibri"/>
                <a:ea typeface="Calibri"/>
                <a:cs typeface="Calibri"/>
                <a:sym typeface="Calibri"/>
              </a:rPr>
              <a:t>a vitória </a:t>
            </a:r>
            <a:r>
              <a:rPr lang="pt-BR" sz="3500" dirty="0">
                <a:solidFill>
                  <a:srgbClr val="F3F3F3"/>
                </a:solidFill>
                <a:latin typeface="Calibri"/>
                <a:ea typeface="Calibri"/>
                <a:cs typeface="Calibri"/>
                <a:sym typeface="Calibri"/>
              </a:rPr>
              <a:t>sobre o pecado. Possamos unir-nos </a:t>
            </a:r>
            <a:r>
              <a:rPr lang="pt-BR" sz="3500" dirty="0" smtClean="0">
                <a:solidFill>
                  <a:srgbClr val="F3F3F3"/>
                </a:solidFill>
                <a:latin typeface="Calibri"/>
                <a:ea typeface="Calibri"/>
                <a:cs typeface="Calibri"/>
                <a:sym typeface="Calibri"/>
              </a:rPr>
              <a:t>na escuta </a:t>
            </a:r>
            <a:r>
              <a:rPr lang="pt-BR" sz="3500" dirty="0">
                <a:solidFill>
                  <a:srgbClr val="F3F3F3"/>
                </a:solidFill>
                <a:latin typeface="Calibri"/>
                <a:ea typeface="Calibri"/>
                <a:cs typeface="Calibri"/>
                <a:sym typeface="Calibri"/>
              </a:rPr>
              <a:t>orante da Palavra e deixemos que </a:t>
            </a:r>
            <a:r>
              <a:rPr lang="pt-BR" sz="3500" dirty="0" smtClean="0">
                <a:solidFill>
                  <a:srgbClr val="F3F3F3"/>
                </a:solidFill>
                <a:latin typeface="Calibri"/>
                <a:ea typeface="Calibri"/>
                <a:cs typeface="Calibri"/>
                <a:sym typeface="Calibri"/>
              </a:rPr>
              <a:t>o Senhor </a:t>
            </a:r>
            <a:r>
              <a:rPr lang="pt-BR" sz="3500" dirty="0">
                <a:solidFill>
                  <a:srgbClr val="F3F3F3"/>
                </a:solidFill>
                <a:latin typeface="Calibri"/>
                <a:ea typeface="Calibri"/>
                <a:cs typeface="Calibri"/>
                <a:sym typeface="Calibri"/>
              </a:rPr>
              <a:t>faça em cada um de nós a </a:t>
            </a:r>
            <a:r>
              <a:rPr lang="pt-BR" sz="3500" dirty="0" smtClean="0">
                <a:solidFill>
                  <a:srgbClr val="F3F3F3"/>
                </a:solidFill>
                <a:latin typeface="Calibri"/>
                <a:ea typeface="Calibri"/>
                <a:cs typeface="Calibri"/>
                <a:sym typeface="Calibri"/>
              </a:rPr>
              <a:t>obra redentora </a:t>
            </a:r>
            <a:r>
              <a:rPr lang="pt-BR" sz="3500" dirty="0">
                <a:solidFill>
                  <a:srgbClr val="F3F3F3"/>
                </a:solidFill>
                <a:latin typeface="Calibri"/>
                <a:ea typeface="Calibri"/>
                <a:cs typeface="Calibri"/>
                <a:sym typeface="Calibri"/>
              </a:rPr>
              <a:t>que ele já iniciou no mistério da </a:t>
            </a:r>
            <a:r>
              <a:rPr lang="pt-BR" sz="3500" dirty="0" smtClean="0">
                <a:solidFill>
                  <a:srgbClr val="F3F3F3"/>
                </a:solidFill>
                <a:latin typeface="Calibri"/>
                <a:ea typeface="Calibri"/>
                <a:cs typeface="Calibri"/>
                <a:sym typeface="Calibri"/>
              </a:rPr>
              <a:t>sua Encarnação.</a:t>
            </a:r>
            <a:endParaRPr sz="3500" dirty="0">
              <a:solidFill>
                <a:srgbClr val="F3F3F3"/>
              </a:solidFill>
              <a:latin typeface="Calibri"/>
              <a:ea typeface="Calibri"/>
              <a:cs typeface="Calibri"/>
              <a:sym typeface="Calibri"/>
            </a:endParaRPr>
          </a:p>
        </p:txBody>
      </p:sp>
      <p:sp>
        <p:nvSpPr>
          <p:cNvPr id="211" name="Google Shape;211;p3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212" name="Google Shape;212;p3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a:t>
            </a:r>
            <a:r>
              <a:rPr lang="pt-BR" sz="1600" b="1" dirty="0" smtClean="0">
                <a:solidFill>
                  <a:schemeClr val="tx1"/>
                </a:solidFill>
              </a:rPr>
              <a:t>Palavra</a:t>
            </a:r>
            <a:endParaRPr sz="1600" b="1" dirty="0">
              <a:solidFill>
                <a:schemeClr val="tx1"/>
              </a:solidFill>
            </a:endParaRPr>
          </a:p>
        </p:txBody>
      </p:sp>
      <p:sp>
        <p:nvSpPr>
          <p:cNvPr id="213" name="Google Shape;213;p3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a:solidFill>
                  <a:schemeClr val="accent1"/>
                </a:solidFill>
                <a:latin typeface="Calibri"/>
                <a:ea typeface="Calibri"/>
                <a:cs typeface="Calibri"/>
                <a:sym typeface="Calibri"/>
              </a:rPr>
              <a:t>Primeira Leitura (</a:t>
            </a:r>
            <a:r>
              <a:rPr lang="pt-BR" sz="3500" b="1" dirty="0" err="1">
                <a:solidFill>
                  <a:schemeClr val="accent1"/>
                </a:solidFill>
                <a:latin typeface="Calibri"/>
                <a:ea typeface="Calibri"/>
                <a:cs typeface="Calibri"/>
                <a:sym typeface="Calibri"/>
              </a:rPr>
              <a:t>Gn</a:t>
            </a:r>
            <a:r>
              <a:rPr lang="pt-BR" sz="3500" b="1" dirty="0">
                <a:solidFill>
                  <a:schemeClr val="accent1"/>
                </a:solidFill>
                <a:latin typeface="Calibri"/>
                <a:ea typeface="Calibri"/>
                <a:cs typeface="Calibri"/>
                <a:sym typeface="Calibri"/>
              </a:rPr>
              <a:t> 3,9-15.20)</a:t>
            </a:r>
          </a:p>
          <a:p>
            <a:pPr marL="0" lvl="0" indent="0">
              <a:lnSpc>
                <a:spcPct val="100000"/>
              </a:lnSpc>
              <a:spcBef>
                <a:spcPts val="1600"/>
              </a:spcBef>
              <a:buNone/>
            </a:pPr>
            <a:r>
              <a:rPr lang="pt-BR" sz="3500" b="1" dirty="0">
                <a:solidFill>
                  <a:srgbClr val="F3F3F3"/>
                </a:solidFill>
                <a:latin typeface="Calibri"/>
                <a:ea typeface="Calibri"/>
                <a:cs typeface="Calibri"/>
                <a:sym typeface="Calibri"/>
              </a:rPr>
              <a:t>Leitura do Livro do Gênesis</a:t>
            </a:r>
            <a:endParaRPr sz="3500" b="1" dirty="0" smtClean="0">
              <a:solidFill>
                <a:srgbClr val="F3F3F3"/>
              </a:solidFill>
              <a:latin typeface="Calibri"/>
              <a:ea typeface="Calibri"/>
              <a:cs typeface="Calibri"/>
              <a:sym typeface="Calibri"/>
            </a:endParaRPr>
          </a:p>
          <a:p>
            <a:pPr marL="0" lvl="0" indent="0">
              <a:lnSpc>
                <a:spcPct val="100000"/>
              </a:lnSpc>
              <a:buNone/>
            </a:pPr>
            <a:r>
              <a:rPr lang="pt-BR" sz="3500" dirty="0">
                <a:solidFill>
                  <a:srgbClr val="F3F3F3"/>
                </a:solidFill>
                <a:latin typeface="Calibri"/>
                <a:ea typeface="Calibri"/>
                <a:cs typeface="Calibri"/>
                <a:sym typeface="Calibri"/>
              </a:rPr>
              <a:t>O Senhor Deus chamou Adão, dizendo: “Onde estás?” </a:t>
            </a:r>
            <a:r>
              <a:rPr lang="pt-BR" sz="3500" dirty="0" smtClean="0">
                <a:solidFill>
                  <a:srgbClr val="F3F3F3"/>
                </a:solidFill>
                <a:latin typeface="Calibri"/>
                <a:ea typeface="Calibri"/>
                <a:cs typeface="Calibri"/>
                <a:sym typeface="Calibri"/>
              </a:rPr>
              <a:t>E </a:t>
            </a:r>
            <a:r>
              <a:rPr lang="pt-BR" sz="3500" dirty="0">
                <a:solidFill>
                  <a:srgbClr val="F3F3F3"/>
                </a:solidFill>
                <a:latin typeface="Calibri"/>
                <a:ea typeface="Calibri"/>
                <a:cs typeface="Calibri"/>
                <a:sym typeface="Calibri"/>
              </a:rPr>
              <a:t>ele respondeu: “Ouvi tua voz </a:t>
            </a:r>
            <a:r>
              <a:rPr lang="pt-BR" sz="3500" dirty="0" smtClean="0">
                <a:solidFill>
                  <a:srgbClr val="F3F3F3"/>
                </a:solidFill>
                <a:latin typeface="Calibri"/>
                <a:ea typeface="Calibri"/>
                <a:cs typeface="Calibri"/>
                <a:sym typeface="Calibri"/>
              </a:rPr>
              <a:t>no jardim</a:t>
            </a:r>
            <a:r>
              <a:rPr lang="pt-BR" sz="3500" dirty="0">
                <a:solidFill>
                  <a:srgbClr val="F3F3F3"/>
                </a:solidFill>
                <a:latin typeface="Calibri"/>
                <a:ea typeface="Calibri"/>
                <a:cs typeface="Calibri"/>
                <a:sym typeface="Calibri"/>
              </a:rPr>
              <a:t>, e fiquei com medo porque estava nu; </a:t>
            </a:r>
            <a:r>
              <a:rPr lang="pt-BR" sz="3500" dirty="0" smtClean="0">
                <a:solidFill>
                  <a:srgbClr val="F3F3F3"/>
                </a:solidFill>
                <a:latin typeface="Calibri"/>
                <a:ea typeface="Calibri"/>
                <a:cs typeface="Calibri"/>
                <a:sym typeface="Calibri"/>
              </a:rPr>
              <a:t>e me </a:t>
            </a:r>
            <a:r>
              <a:rPr lang="pt-BR" sz="3500" dirty="0">
                <a:solidFill>
                  <a:srgbClr val="F3F3F3"/>
                </a:solidFill>
                <a:latin typeface="Calibri"/>
                <a:ea typeface="Calibri"/>
                <a:cs typeface="Calibri"/>
                <a:sym typeface="Calibri"/>
              </a:rPr>
              <a:t>escondi”. </a:t>
            </a:r>
            <a:r>
              <a:rPr lang="pt-BR" sz="3500" dirty="0" smtClean="0">
                <a:solidFill>
                  <a:srgbClr val="F3F3F3"/>
                </a:solidFill>
                <a:latin typeface="Calibri"/>
                <a:ea typeface="Calibri"/>
                <a:cs typeface="Calibri"/>
                <a:sym typeface="Calibri"/>
              </a:rPr>
              <a:t>Disse-lhe </a:t>
            </a:r>
            <a:r>
              <a:rPr lang="pt-BR" sz="3500" dirty="0">
                <a:solidFill>
                  <a:srgbClr val="F3F3F3"/>
                </a:solidFill>
                <a:latin typeface="Calibri"/>
                <a:ea typeface="Calibri"/>
                <a:cs typeface="Calibri"/>
                <a:sym typeface="Calibri"/>
              </a:rPr>
              <a:t>o Senhor Deus: “</a:t>
            </a:r>
            <a:r>
              <a:rPr lang="pt-BR" sz="3500" dirty="0" smtClean="0">
                <a:solidFill>
                  <a:srgbClr val="F3F3F3"/>
                </a:solidFill>
                <a:latin typeface="Calibri"/>
                <a:ea typeface="Calibri"/>
                <a:cs typeface="Calibri"/>
                <a:sym typeface="Calibri"/>
              </a:rPr>
              <a:t>E quem </a:t>
            </a:r>
            <a:r>
              <a:rPr lang="pt-BR" sz="3500" dirty="0">
                <a:solidFill>
                  <a:srgbClr val="F3F3F3"/>
                </a:solidFill>
                <a:latin typeface="Calibri"/>
                <a:ea typeface="Calibri"/>
                <a:cs typeface="Calibri"/>
                <a:sym typeface="Calibri"/>
              </a:rPr>
              <a:t>te disse que estavas nu? Então </a:t>
            </a:r>
            <a:r>
              <a:rPr lang="pt-BR" sz="3500" dirty="0" smtClean="0">
                <a:solidFill>
                  <a:srgbClr val="F3F3F3"/>
                </a:solidFill>
                <a:latin typeface="Calibri"/>
                <a:ea typeface="Calibri"/>
                <a:cs typeface="Calibri"/>
                <a:sym typeface="Calibri"/>
              </a:rPr>
              <a:t>comeste</a:t>
            </a:r>
            <a:endParaRPr sz="3500" dirty="0">
              <a:solidFill>
                <a:srgbClr val="F3F3F3"/>
              </a:solidFill>
              <a:latin typeface="Calibri"/>
              <a:ea typeface="Calibri"/>
              <a:cs typeface="Calibri"/>
              <a:sym typeface="Calibri"/>
            </a:endParaRPr>
          </a:p>
        </p:txBody>
      </p:sp>
      <p:sp>
        <p:nvSpPr>
          <p:cNvPr id="211" name="Google Shape;211;p3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2" name="Google Shape;212;p3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Primeira Leitura (</a:t>
            </a:r>
            <a:r>
              <a:rPr lang="pt-BR" sz="1600" b="1" dirty="0" err="1">
                <a:solidFill>
                  <a:schemeClr val="tx1"/>
                </a:solidFill>
              </a:rPr>
              <a:t>Gn</a:t>
            </a:r>
            <a:r>
              <a:rPr lang="pt-BR" sz="1600" b="1" dirty="0">
                <a:solidFill>
                  <a:schemeClr val="tx1"/>
                </a:solidFill>
              </a:rPr>
              <a:t> 3,9-15.20)</a:t>
            </a:r>
            <a:endParaRPr sz="1600" b="1" dirty="0">
              <a:solidFill>
                <a:schemeClr val="tx1"/>
              </a:solidFill>
            </a:endParaRPr>
          </a:p>
        </p:txBody>
      </p:sp>
      <p:sp>
        <p:nvSpPr>
          <p:cNvPr id="213" name="Google Shape;213;p3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583719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3F3F3"/>
                </a:solidFill>
                <a:latin typeface="Calibri"/>
                <a:ea typeface="Calibri"/>
                <a:cs typeface="Calibri"/>
                <a:sym typeface="Calibri"/>
              </a:rPr>
              <a:t>da árvore, de cujo fruto te proibi comer</a:t>
            </a:r>
            <a:r>
              <a:rPr lang="pt-BR" sz="3500" dirty="0" smtClean="0">
                <a:solidFill>
                  <a:srgbClr val="F3F3F3"/>
                </a:solidFill>
                <a:latin typeface="Calibri"/>
                <a:ea typeface="Calibri"/>
                <a:cs typeface="Calibri"/>
                <a:sym typeface="Calibri"/>
              </a:rPr>
              <a:t>?” Adão </a:t>
            </a:r>
            <a:r>
              <a:rPr lang="pt-BR" sz="3500" dirty="0">
                <a:solidFill>
                  <a:srgbClr val="F3F3F3"/>
                </a:solidFill>
                <a:latin typeface="Calibri"/>
                <a:ea typeface="Calibri"/>
                <a:cs typeface="Calibri"/>
                <a:sym typeface="Calibri"/>
              </a:rPr>
              <a:t>disse: “A mulher que tu me deste </a:t>
            </a:r>
            <a:r>
              <a:rPr lang="pt-BR" sz="3500" dirty="0" smtClean="0">
                <a:solidFill>
                  <a:srgbClr val="F3F3F3"/>
                </a:solidFill>
                <a:latin typeface="Calibri"/>
                <a:ea typeface="Calibri"/>
                <a:cs typeface="Calibri"/>
                <a:sym typeface="Calibri"/>
              </a:rPr>
              <a:t>por companheira</a:t>
            </a:r>
            <a:r>
              <a:rPr lang="pt-BR" sz="3500" dirty="0">
                <a:solidFill>
                  <a:srgbClr val="F3F3F3"/>
                </a:solidFill>
                <a:latin typeface="Calibri"/>
                <a:ea typeface="Calibri"/>
                <a:cs typeface="Calibri"/>
                <a:sym typeface="Calibri"/>
              </a:rPr>
              <a:t>, foi ela que me deu do fruto </a:t>
            </a:r>
            <a:r>
              <a:rPr lang="pt-BR" sz="3500" dirty="0" smtClean="0">
                <a:solidFill>
                  <a:srgbClr val="F3F3F3"/>
                </a:solidFill>
                <a:latin typeface="Calibri"/>
                <a:ea typeface="Calibri"/>
                <a:cs typeface="Calibri"/>
                <a:sym typeface="Calibri"/>
              </a:rPr>
              <a:t>da árvore</a:t>
            </a:r>
            <a:r>
              <a:rPr lang="pt-BR" sz="3500" dirty="0">
                <a:solidFill>
                  <a:srgbClr val="F3F3F3"/>
                </a:solidFill>
                <a:latin typeface="Calibri"/>
                <a:ea typeface="Calibri"/>
                <a:cs typeface="Calibri"/>
                <a:sym typeface="Calibri"/>
              </a:rPr>
              <a:t>, e eu comi”. </a:t>
            </a:r>
            <a:r>
              <a:rPr lang="pt-BR" sz="3500" dirty="0" smtClean="0">
                <a:solidFill>
                  <a:srgbClr val="F3F3F3"/>
                </a:solidFill>
                <a:latin typeface="Calibri"/>
                <a:ea typeface="Calibri"/>
                <a:cs typeface="Calibri"/>
                <a:sym typeface="Calibri"/>
              </a:rPr>
              <a:t>Disse </a:t>
            </a:r>
            <a:r>
              <a:rPr lang="pt-BR" sz="3500" dirty="0">
                <a:solidFill>
                  <a:srgbClr val="F3F3F3"/>
                </a:solidFill>
                <a:latin typeface="Calibri"/>
                <a:ea typeface="Calibri"/>
                <a:cs typeface="Calibri"/>
                <a:sym typeface="Calibri"/>
              </a:rPr>
              <a:t>o Senhor Deus </a:t>
            </a:r>
            <a:r>
              <a:rPr lang="pt-BR" sz="3500" dirty="0" smtClean="0">
                <a:solidFill>
                  <a:srgbClr val="F3F3F3"/>
                </a:solidFill>
                <a:latin typeface="Calibri"/>
                <a:ea typeface="Calibri"/>
                <a:cs typeface="Calibri"/>
                <a:sym typeface="Calibri"/>
              </a:rPr>
              <a:t>à mulher</a:t>
            </a:r>
            <a:r>
              <a:rPr lang="pt-BR" sz="3500" dirty="0">
                <a:solidFill>
                  <a:srgbClr val="F3F3F3"/>
                </a:solidFill>
                <a:latin typeface="Calibri"/>
                <a:ea typeface="Calibri"/>
                <a:cs typeface="Calibri"/>
                <a:sym typeface="Calibri"/>
              </a:rPr>
              <a:t>: “Por que fizeste isso?” E a </a:t>
            </a:r>
            <a:r>
              <a:rPr lang="pt-BR" sz="3500" dirty="0" smtClean="0">
                <a:solidFill>
                  <a:srgbClr val="F3F3F3"/>
                </a:solidFill>
                <a:latin typeface="Calibri"/>
                <a:ea typeface="Calibri"/>
                <a:cs typeface="Calibri"/>
                <a:sym typeface="Calibri"/>
              </a:rPr>
              <a:t>mulher respondeu</a:t>
            </a:r>
            <a:r>
              <a:rPr lang="pt-BR" sz="3500" dirty="0">
                <a:solidFill>
                  <a:srgbClr val="F3F3F3"/>
                </a:solidFill>
                <a:latin typeface="Calibri"/>
                <a:ea typeface="Calibri"/>
                <a:cs typeface="Calibri"/>
                <a:sym typeface="Calibri"/>
              </a:rPr>
              <a:t>: “A serpente enganou-me e </a:t>
            </a:r>
            <a:r>
              <a:rPr lang="pt-BR" sz="3500" dirty="0" smtClean="0">
                <a:solidFill>
                  <a:srgbClr val="F3F3F3"/>
                </a:solidFill>
                <a:latin typeface="Calibri"/>
                <a:ea typeface="Calibri"/>
                <a:cs typeface="Calibri"/>
                <a:sym typeface="Calibri"/>
              </a:rPr>
              <a:t>eu comi</a:t>
            </a:r>
            <a:r>
              <a:rPr lang="pt-BR" sz="3500" dirty="0">
                <a:solidFill>
                  <a:srgbClr val="F3F3F3"/>
                </a:solidFill>
                <a:latin typeface="Calibri"/>
                <a:ea typeface="Calibri"/>
                <a:cs typeface="Calibri"/>
                <a:sym typeface="Calibri"/>
              </a:rPr>
              <a:t>”. </a:t>
            </a:r>
            <a:r>
              <a:rPr lang="pt-BR" sz="3500" dirty="0" smtClean="0">
                <a:solidFill>
                  <a:srgbClr val="F3F3F3"/>
                </a:solidFill>
                <a:latin typeface="Calibri"/>
                <a:ea typeface="Calibri"/>
                <a:cs typeface="Calibri"/>
                <a:sym typeface="Calibri"/>
              </a:rPr>
              <a:t>Então </a:t>
            </a:r>
            <a:r>
              <a:rPr lang="pt-BR" sz="3500" dirty="0">
                <a:solidFill>
                  <a:srgbClr val="F3F3F3"/>
                </a:solidFill>
                <a:latin typeface="Calibri"/>
                <a:ea typeface="Calibri"/>
                <a:cs typeface="Calibri"/>
                <a:sym typeface="Calibri"/>
              </a:rPr>
              <a:t>o Senhor Deus disse à serpente</a:t>
            </a:r>
            <a:r>
              <a:rPr lang="pt-BR" sz="3500" dirty="0" smtClean="0">
                <a:solidFill>
                  <a:srgbClr val="F3F3F3"/>
                </a:solidFill>
                <a:latin typeface="Calibri"/>
                <a:ea typeface="Calibri"/>
                <a:cs typeface="Calibri"/>
                <a:sym typeface="Calibri"/>
              </a:rPr>
              <a:t>:</a:t>
            </a:r>
            <a:endParaRPr lang="pt-BR" sz="3500" dirty="0">
              <a:solidFill>
                <a:srgbClr val="F3F3F3"/>
              </a:solidFill>
              <a:latin typeface="Calibri"/>
              <a:ea typeface="Calibri"/>
              <a:cs typeface="Calibri"/>
              <a:sym typeface="Calibri"/>
            </a:endParaRPr>
          </a:p>
        </p:txBody>
      </p:sp>
      <p:sp>
        <p:nvSpPr>
          <p:cNvPr id="6" name="Google Shape;211;p3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212;p3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Primeira Leitura (</a:t>
            </a:r>
            <a:r>
              <a:rPr lang="pt-BR" sz="1600" b="1" dirty="0" err="1">
                <a:solidFill>
                  <a:schemeClr val="tx1"/>
                </a:solidFill>
              </a:rPr>
              <a:t>Gn</a:t>
            </a:r>
            <a:r>
              <a:rPr lang="pt-BR" sz="1600" b="1" dirty="0">
                <a:solidFill>
                  <a:schemeClr val="tx1"/>
                </a:solidFill>
              </a:rPr>
              <a:t> 3,9-15.20)</a:t>
            </a:r>
            <a:endParaRPr sz="1600" b="1" dirty="0">
              <a:solidFill>
                <a:schemeClr val="tx1"/>
              </a:solidFill>
            </a:endParaRPr>
          </a:p>
        </p:txBody>
      </p:sp>
      <p:sp>
        <p:nvSpPr>
          <p:cNvPr id="8" name="Google Shape;213;p3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1183513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3F3F3"/>
                </a:solidFill>
                <a:latin typeface="Calibri"/>
                <a:ea typeface="Calibri"/>
                <a:cs typeface="Calibri"/>
                <a:sym typeface="Calibri"/>
              </a:rPr>
              <a:t>“Porque fizeste isso, serás maldita entre </a:t>
            </a:r>
            <a:r>
              <a:rPr lang="pt-BR" sz="3500" dirty="0" smtClean="0">
                <a:solidFill>
                  <a:srgbClr val="F3F3F3"/>
                </a:solidFill>
                <a:latin typeface="Calibri"/>
                <a:ea typeface="Calibri"/>
                <a:cs typeface="Calibri"/>
                <a:sym typeface="Calibri"/>
              </a:rPr>
              <a:t>todos os </a:t>
            </a:r>
            <a:r>
              <a:rPr lang="pt-BR" sz="3500" dirty="0">
                <a:solidFill>
                  <a:srgbClr val="F3F3F3"/>
                </a:solidFill>
                <a:latin typeface="Calibri"/>
                <a:ea typeface="Calibri"/>
                <a:cs typeface="Calibri"/>
                <a:sym typeface="Calibri"/>
              </a:rPr>
              <a:t>animais domésticos e todos os </a:t>
            </a:r>
            <a:r>
              <a:rPr lang="pt-BR" sz="3500" dirty="0" smtClean="0">
                <a:solidFill>
                  <a:srgbClr val="F3F3F3"/>
                </a:solidFill>
                <a:latin typeface="Calibri"/>
                <a:ea typeface="Calibri"/>
                <a:cs typeface="Calibri"/>
                <a:sym typeface="Calibri"/>
              </a:rPr>
              <a:t>animais selvagens</a:t>
            </a:r>
            <a:r>
              <a:rPr lang="pt-BR" sz="3500" dirty="0">
                <a:solidFill>
                  <a:srgbClr val="F3F3F3"/>
                </a:solidFill>
                <a:latin typeface="Calibri"/>
                <a:ea typeface="Calibri"/>
                <a:cs typeface="Calibri"/>
                <a:sym typeface="Calibri"/>
              </a:rPr>
              <a:t>! Rastejarás sobre o ventre </a:t>
            </a:r>
            <a:r>
              <a:rPr lang="pt-BR" sz="3500" dirty="0" smtClean="0">
                <a:solidFill>
                  <a:srgbClr val="F3F3F3"/>
                </a:solidFill>
                <a:latin typeface="Calibri"/>
                <a:ea typeface="Calibri"/>
                <a:cs typeface="Calibri"/>
                <a:sym typeface="Calibri"/>
              </a:rPr>
              <a:t>e comerás </a:t>
            </a:r>
            <a:r>
              <a:rPr lang="pt-BR" sz="3500" dirty="0">
                <a:solidFill>
                  <a:srgbClr val="F3F3F3"/>
                </a:solidFill>
                <a:latin typeface="Calibri"/>
                <a:ea typeface="Calibri"/>
                <a:cs typeface="Calibri"/>
                <a:sym typeface="Calibri"/>
              </a:rPr>
              <a:t>pó todos os dias da tua vida! </a:t>
            </a:r>
            <a:r>
              <a:rPr lang="pt-BR" sz="3500" dirty="0" smtClean="0">
                <a:solidFill>
                  <a:srgbClr val="F3F3F3"/>
                </a:solidFill>
                <a:latin typeface="Calibri"/>
                <a:ea typeface="Calibri"/>
                <a:cs typeface="Calibri"/>
                <a:sym typeface="Calibri"/>
              </a:rPr>
              <a:t>Porei inimizade </a:t>
            </a:r>
            <a:r>
              <a:rPr lang="pt-BR" sz="3500" dirty="0">
                <a:solidFill>
                  <a:srgbClr val="F3F3F3"/>
                </a:solidFill>
                <a:latin typeface="Calibri"/>
                <a:ea typeface="Calibri"/>
                <a:cs typeface="Calibri"/>
                <a:sym typeface="Calibri"/>
              </a:rPr>
              <a:t>entre ti e a mulher, entre a tua descendência e a dela. Esta te ferirá a cabeça e tu lhe ferirás o calcanhar”. </a:t>
            </a:r>
            <a:r>
              <a:rPr lang="pt-BR" sz="3500" dirty="0" smtClean="0">
                <a:solidFill>
                  <a:srgbClr val="F3F3F3"/>
                </a:solidFill>
                <a:latin typeface="Calibri"/>
                <a:ea typeface="Calibri"/>
                <a:cs typeface="Calibri"/>
                <a:sym typeface="Calibri"/>
              </a:rPr>
              <a:t>E </a:t>
            </a:r>
            <a:r>
              <a:rPr lang="pt-BR" sz="3500" dirty="0">
                <a:solidFill>
                  <a:srgbClr val="F3F3F3"/>
                </a:solidFill>
                <a:latin typeface="Calibri"/>
                <a:ea typeface="Calibri"/>
                <a:cs typeface="Calibri"/>
                <a:sym typeface="Calibri"/>
              </a:rPr>
              <a:t>Adão </a:t>
            </a:r>
            <a:r>
              <a:rPr lang="pt-BR" sz="3500" dirty="0" smtClean="0">
                <a:solidFill>
                  <a:srgbClr val="F3F3F3"/>
                </a:solidFill>
                <a:latin typeface="Calibri"/>
                <a:ea typeface="Calibri"/>
                <a:cs typeface="Calibri"/>
                <a:sym typeface="Calibri"/>
              </a:rPr>
              <a:t>chamou</a:t>
            </a:r>
            <a:endParaRPr lang="pt-BR" sz="3500" dirty="0">
              <a:solidFill>
                <a:srgbClr val="F3F3F3"/>
              </a:solidFill>
              <a:latin typeface="Calibri"/>
              <a:ea typeface="Calibri"/>
              <a:cs typeface="Calibri"/>
              <a:sym typeface="Calibri"/>
            </a:endParaRPr>
          </a:p>
        </p:txBody>
      </p:sp>
      <p:sp>
        <p:nvSpPr>
          <p:cNvPr id="6" name="Google Shape;211;p3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212;p3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Primeira Leitura (</a:t>
            </a:r>
            <a:r>
              <a:rPr lang="pt-BR" sz="1600" b="1" dirty="0" err="1">
                <a:solidFill>
                  <a:schemeClr val="tx1"/>
                </a:solidFill>
              </a:rPr>
              <a:t>Gn</a:t>
            </a:r>
            <a:r>
              <a:rPr lang="pt-BR" sz="1600" b="1" dirty="0">
                <a:solidFill>
                  <a:schemeClr val="tx1"/>
                </a:solidFill>
              </a:rPr>
              <a:t> 3,9-15.20)</a:t>
            </a:r>
            <a:endParaRPr sz="1600" b="1" dirty="0">
              <a:solidFill>
                <a:schemeClr val="tx1"/>
              </a:solidFill>
            </a:endParaRPr>
          </a:p>
        </p:txBody>
      </p:sp>
      <p:sp>
        <p:nvSpPr>
          <p:cNvPr id="8" name="Google Shape;213;p3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2788658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rgbClr val="F3F3F3"/>
                </a:solidFill>
                <a:latin typeface="Calibri"/>
                <a:ea typeface="Calibri"/>
                <a:cs typeface="Calibri"/>
                <a:sym typeface="Calibri"/>
              </a:rPr>
              <a:t>à sua mulher “Eva”, porque ela é a mãe de todos os </a:t>
            </a:r>
            <a:r>
              <a:rPr lang="pt-BR" sz="3500" dirty="0" smtClean="0">
                <a:solidFill>
                  <a:srgbClr val="F3F3F3"/>
                </a:solidFill>
                <a:latin typeface="Calibri"/>
                <a:ea typeface="Calibri"/>
                <a:cs typeface="Calibri"/>
                <a:sym typeface="Calibri"/>
              </a:rPr>
              <a:t>viventes.</a:t>
            </a:r>
          </a:p>
          <a:p>
            <a:pPr marL="0" indent="0">
              <a:lnSpc>
                <a:spcPct val="100000"/>
              </a:lnSpc>
              <a:buNone/>
            </a:pPr>
            <a:r>
              <a:rPr lang="pt-BR" sz="3500" dirty="0" smtClean="0">
                <a:solidFill>
                  <a:srgbClr val="F3F3F3"/>
                </a:solidFill>
                <a:latin typeface="Calibri"/>
                <a:ea typeface="Calibri"/>
                <a:cs typeface="Calibri"/>
                <a:sym typeface="Calibri"/>
              </a:rPr>
              <a:t>Palavra </a:t>
            </a:r>
            <a:r>
              <a:rPr lang="pt-BR" sz="3500" dirty="0">
                <a:solidFill>
                  <a:srgbClr val="F3F3F3"/>
                </a:solidFill>
                <a:latin typeface="Calibri"/>
                <a:ea typeface="Calibri"/>
                <a:cs typeface="Calibri"/>
                <a:sym typeface="Calibri"/>
              </a:rPr>
              <a:t>do Senhor.</a:t>
            </a:r>
          </a:p>
          <a:p>
            <a:pPr mar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b="1" dirty="0">
                <a:solidFill>
                  <a:schemeClr val="accent1"/>
                </a:solidFill>
                <a:latin typeface="Calibri"/>
                <a:ea typeface="Calibri"/>
                <a:cs typeface="Calibri"/>
                <a:sym typeface="Calibri"/>
              </a:rPr>
              <a:t> </a:t>
            </a:r>
            <a:r>
              <a:rPr lang="pt-BR" sz="3500" b="1" dirty="0">
                <a:solidFill>
                  <a:srgbClr val="F3F3F3"/>
                </a:solidFill>
                <a:latin typeface="Calibri"/>
                <a:ea typeface="Calibri"/>
                <a:cs typeface="Calibri"/>
                <a:sym typeface="Calibri"/>
              </a:rPr>
              <a:t>Graças a Deus.</a:t>
            </a:r>
            <a:endParaRPr lang="pt-BR" sz="3500" dirty="0">
              <a:solidFill>
                <a:srgbClr val="F3F3F3"/>
              </a:solidFill>
              <a:latin typeface="Calibri"/>
              <a:ea typeface="Calibri"/>
              <a:cs typeface="Calibri"/>
              <a:sym typeface="Calibri"/>
            </a:endParaRPr>
          </a:p>
        </p:txBody>
      </p:sp>
      <p:sp>
        <p:nvSpPr>
          <p:cNvPr id="6" name="Google Shape;211;p3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212;p3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Primeira Leitura (</a:t>
            </a:r>
            <a:r>
              <a:rPr lang="pt-BR" sz="1600" b="1" dirty="0" err="1">
                <a:solidFill>
                  <a:schemeClr val="tx1"/>
                </a:solidFill>
              </a:rPr>
              <a:t>Gn</a:t>
            </a:r>
            <a:r>
              <a:rPr lang="pt-BR" sz="1600" b="1" dirty="0">
                <a:solidFill>
                  <a:schemeClr val="tx1"/>
                </a:solidFill>
              </a:rPr>
              <a:t> 3,9-15.20)</a:t>
            </a:r>
            <a:endParaRPr sz="1600" b="1" dirty="0">
              <a:solidFill>
                <a:schemeClr val="tx1"/>
              </a:solidFill>
            </a:endParaRPr>
          </a:p>
        </p:txBody>
      </p:sp>
      <p:sp>
        <p:nvSpPr>
          <p:cNvPr id="8" name="Google Shape;213;p3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2719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body" idx="1"/>
          </p:nvPr>
        </p:nvSpPr>
        <p:spPr>
          <a:xfrm>
            <a:off x="0" y="771750"/>
            <a:ext cx="9144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a:solidFill>
                  <a:schemeClr val="accent1"/>
                </a:solidFill>
                <a:latin typeface="Calibri"/>
                <a:ea typeface="Calibri"/>
                <a:cs typeface="Calibri"/>
                <a:sym typeface="Calibri"/>
              </a:rPr>
              <a:t>Salmo Responsorial [</a:t>
            </a:r>
            <a:r>
              <a:rPr lang="pt-BR" sz="3500" b="1" dirty="0" err="1">
                <a:solidFill>
                  <a:schemeClr val="accent1"/>
                </a:solidFill>
                <a:latin typeface="Calibri"/>
                <a:ea typeface="Calibri"/>
                <a:cs typeface="Calibri"/>
                <a:sym typeface="Calibri"/>
              </a:rPr>
              <a:t>Sl</a:t>
            </a:r>
            <a:r>
              <a:rPr lang="pt-BR" sz="3500" b="1" dirty="0">
                <a:solidFill>
                  <a:schemeClr val="accent1"/>
                </a:solidFill>
                <a:latin typeface="Calibri"/>
                <a:ea typeface="Calibri"/>
                <a:cs typeface="Calibri"/>
                <a:sym typeface="Calibri"/>
              </a:rPr>
              <a:t> 97(98)]</a:t>
            </a:r>
          </a:p>
          <a:p>
            <a:pPr marL="0" lvl="0" indent="0" algn="ctr">
              <a:lnSpc>
                <a:spcPct val="100000"/>
              </a:lnSpc>
              <a:spcBef>
                <a:spcPts val="1600"/>
              </a:spcBef>
              <a:buNone/>
            </a:pPr>
            <a:endParaRPr lang="pt-BR" sz="3500" dirty="0" smtClean="0">
              <a:solidFill>
                <a:srgbClr val="F3F3F3"/>
              </a:solidFill>
              <a:latin typeface="Calibri"/>
              <a:ea typeface="Calibri"/>
              <a:cs typeface="Calibri"/>
              <a:sym typeface="Calibri"/>
            </a:endParaRPr>
          </a:p>
          <a:p>
            <a:pPr marL="0" lvl="0" indent="0" algn="ctr">
              <a:lnSpc>
                <a:spcPct val="100000"/>
              </a:lnSpc>
              <a:spcBef>
                <a:spcPts val="1600"/>
              </a:spcBef>
              <a:buNone/>
            </a:pPr>
            <a:r>
              <a:rPr lang="pt-BR" sz="3500" b="1" dirty="0" smtClean="0">
                <a:solidFill>
                  <a:schemeClr val="accent1"/>
                </a:solidFill>
                <a:latin typeface="Calibri"/>
                <a:ea typeface="Calibri"/>
                <a:cs typeface="Calibri"/>
                <a:sym typeface="Calibri"/>
              </a:rPr>
              <a:t>REFRÃO:</a:t>
            </a:r>
            <a:r>
              <a:rPr lang="pt-BR" sz="3500" b="1" dirty="0" smtClean="0">
                <a:solidFill>
                  <a:srgbClr val="F3F3F3"/>
                </a:solidFill>
                <a:latin typeface="Calibri"/>
                <a:ea typeface="Calibri"/>
                <a:cs typeface="Calibri"/>
                <a:sym typeface="Calibri"/>
              </a:rPr>
              <a:t> </a:t>
            </a:r>
            <a:r>
              <a:rPr lang="pt-BR" sz="3500" b="1" dirty="0">
                <a:solidFill>
                  <a:srgbClr val="F3F3F3"/>
                </a:solidFill>
                <a:latin typeface="Calibri"/>
                <a:ea typeface="Calibri"/>
                <a:cs typeface="Calibri"/>
                <a:sym typeface="Calibri"/>
              </a:rPr>
              <a:t>Cantai ao Senhor Deus um canto novo,</a:t>
            </a:r>
          </a:p>
          <a:p>
            <a:pPr marL="0" lvl="0" indent="0" algn="ctr">
              <a:lnSpc>
                <a:spcPct val="100000"/>
              </a:lnSpc>
              <a:spcBef>
                <a:spcPts val="1600"/>
              </a:spcBef>
              <a:buNone/>
            </a:pPr>
            <a:r>
              <a:rPr lang="pt-BR" sz="3500" b="1" dirty="0">
                <a:solidFill>
                  <a:srgbClr val="F3F3F3"/>
                </a:solidFill>
                <a:latin typeface="Calibri"/>
                <a:ea typeface="Calibri"/>
                <a:cs typeface="Calibri"/>
                <a:sym typeface="Calibri"/>
              </a:rPr>
              <a:t>porque ele fez prodígios!</a:t>
            </a:r>
          </a:p>
        </p:txBody>
      </p:sp>
      <p:sp>
        <p:nvSpPr>
          <p:cNvPr id="211" name="Google Shape;211;p3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2" name="Google Shape;212;p3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97(98)]</a:t>
            </a:r>
          </a:p>
        </p:txBody>
      </p:sp>
      <p:sp>
        <p:nvSpPr>
          <p:cNvPr id="213" name="Google Shape;213;p3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565876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smtClean="0">
                <a:solidFill>
                  <a:schemeClr val="accent1"/>
                </a:solidFill>
                <a:latin typeface="Calibri"/>
                <a:ea typeface="Calibri"/>
                <a:cs typeface="Calibri"/>
                <a:sym typeface="Calibri"/>
              </a:rPr>
              <a:t>1. </a:t>
            </a:r>
            <a:r>
              <a:rPr lang="pt-BR" sz="3500" dirty="0">
                <a:solidFill>
                  <a:srgbClr val="F3F3F3"/>
                </a:solidFill>
                <a:latin typeface="Calibri"/>
                <a:ea typeface="Calibri"/>
                <a:cs typeface="Calibri"/>
                <a:sym typeface="Calibri"/>
              </a:rPr>
              <a:t>Cantai ao Senhor Deus um canto novo, </a:t>
            </a:r>
            <a:r>
              <a:rPr lang="pt-BR" sz="3500" dirty="0" smtClean="0">
                <a:solidFill>
                  <a:srgbClr val="F3F3F3"/>
                </a:solidFill>
                <a:latin typeface="Calibri"/>
                <a:ea typeface="Calibri"/>
                <a:cs typeface="Calibri"/>
                <a:sym typeface="Calibri"/>
              </a:rPr>
              <a:t>* porque </a:t>
            </a:r>
            <a:r>
              <a:rPr lang="pt-BR" sz="3500" dirty="0">
                <a:solidFill>
                  <a:srgbClr val="F3F3F3"/>
                </a:solidFill>
                <a:latin typeface="Calibri"/>
                <a:ea typeface="Calibri"/>
                <a:cs typeface="Calibri"/>
                <a:sym typeface="Calibri"/>
              </a:rPr>
              <a:t>ele fez prodígios! Sua mão e o </a:t>
            </a:r>
            <a:r>
              <a:rPr lang="pt-BR" sz="3500" dirty="0" smtClean="0">
                <a:solidFill>
                  <a:srgbClr val="F3F3F3"/>
                </a:solidFill>
                <a:latin typeface="Calibri"/>
                <a:ea typeface="Calibri"/>
                <a:cs typeface="Calibri"/>
                <a:sym typeface="Calibri"/>
              </a:rPr>
              <a:t>seu braço </a:t>
            </a:r>
            <a:r>
              <a:rPr lang="pt-BR" sz="3500" dirty="0">
                <a:solidFill>
                  <a:srgbClr val="F3F3F3"/>
                </a:solidFill>
                <a:latin typeface="Calibri"/>
                <a:ea typeface="Calibri"/>
                <a:cs typeface="Calibri"/>
                <a:sym typeface="Calibri"/>
              </a:rPr>
              <a:t>forte e santo * alcançaram-lhe a vitória.</a:t>
            </a:r>
            <a:endParaRPr sz="3500" dirty="0">
              <a:solidFill>
                <a:srgbClr val="F3F3F3"/>
              </a:solidFill>
              <a:latin typeface="Calibri"/>
              <a:ea typeface="Calibri"/>
              <a:cs typeface="Calibri"/>
              <a:sym typeface="Calibri"/>
            </a:endParaRPr>
          </a:p>
        </p:txBody>
      </p:sp>
      <p:sp>
        <p:nvSpPr>
          <p:cNvPr id="243" name="Google Shape;243;p39"/>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4" name="Google Shape;244;p39"/>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a:t>
            </a:r>
            <a:r>
              <a:rPr lang="pt-BR" sz="1600" b="1" dirty="0" smtClean="0">
                <a:solidFill>
                  <a:schemeClr val="tx1"/>
                </a:solidFill>
              </a:rPr>
              <a:t>22(23)]</a:t>
            </a:r>
            <a:endParaRPr lang="pt-BR" sz="1600" b="1" dirty="0">
              <a:solidFill>
                <a:schemeClr val="tx1"/>
              </a:solidFill>
            </a:endParaRPr>
          </a:p>
        </p:txBody>
      </p:sp>
      <p:sp>
        <p:nvSpPr>
          <p:cNvPr id="245" name="Google Shape;245;p39"/>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8"/>
          <p:cNvSpPr txBox="1">
            <a:spLocks noGrp="1"/>
          </p:cNvSpPr>
          <p:nvPr>
            <p:ph type="body" idx="1"/>
          </p:nvPr>
        </p:nvSpPr>
        <p:spPr>
          <a:xfrm>
            <a:off x="0" y="771750"/>
            <a:ext cx="9144000" cy="3960000"/>
          </a:xfrm>
          <a:prstGeom prst="rect">
            <a:avLst/>
          </a:prstGeom>
          <a:ln>
            <a:noFill/>
          </a:ln>
        </p:spPr>
        <p:txBody>
          <a:bodyPr spcFirstLastPara="1" wrap="square" lIns="91425" tIns="91425" rIns="91425" bIns="91425" anchor="ctr" anchorCtr="0">
            <a:noAutofit/>
          </a:bodyPr>
          <a:lstStyle/>
          <a:p>
            <a:pPr marL="0" lvl="0" indent="0" algn="ctr">
              <a:lnSpc>
                <a:spcPct val="100000"/>
              </a:lnSpc>
              <a:spcBef>
                <a:spcPts val="1600"/>
              </a:spcBef>
              <a:buNone/>
            </a:pPr>
            <a:r>
              <a:rPr lang="pt-BR" sz="3500" b="1" dirty="0" smtClean="0">
                <a:solidFill>
                  <a:schemeClr val="accent1"/>
                </a:solidFill>
                <a:latin typeface="Calibri"/>
                <a:ea typeface="Calibri"/>
                <a:cs typeface="Calibri"/>
                <a:sym typeface="Calibri"/>
              </a:rPr>
              <a:t>REFRÃO:</a:t>
            </a:r>
            <a:r>
              <a:rPr lang="pt-BR" sz="3500" b="1" dirty="0">
                <a:solidFill>
                  <a:srgbClr val="F3F3F3"/>
                </a:solidFill>
                <a:latin typeface="Calibri"/>
                <a:ea typeface="Calibri"/>
                <a:cs typeface="Calibri"/>
                <a:sym typeface="Calibri"/>
              </a:rPr>
              <a:t> Cantai ao Senhor Deus um canto novo,</a:t>
            </a:r>
          </a:p>
          <a:p>
            <a:pPr marL="0" lvl="0" indent="0" algn="ctr">
              <a:lnSpc>
                <a:spcPct val="100000"/>
              </a:lnSpc>
              <a:spcBef>
                <a:spcPts val="1600"/>
              </a:spcBef>
              <a:buNone/>
            </a:pPr>
            <a:r>
              <a:rPr lang="pt-BR" sz="3500" b="1" dirty="0">
                <a:solidFill>
                  <a:srgbClr val="F3F3F3"/>
                </a:solidFill>
                <a:latin typeface="Calibri"/>
                <a:ea typeface="Calibri"/>
                <a:cs typeface="Calibri"/>
                <a:sym typeface="Calibri"/>
              </a:rPr>
              <a:t>porque ele fez prodígios!</a:t>
            </a:r>
            <a:endParaRPr sz="3500" b="1" dirty="0">
              <a:solidFill>
                <a:srgbClr val="F3F3F3"/>
              </a:solidFill>
              <a:latin typeface="Calibri"/>
              <a:ea typeface="Calibri"/>
              <a:cs typeface="Calibri"/>
              <a:sym typeface="Calibri"/>
            </a:endParaRPr>
          </a:p>
        </p:txBody>
      </p:sp>
      <p:sp>
        <p:nvSpPr>
          <p:cNvPr id="235" name="Google Shape;235;p38"/>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6" name="Google Shape;236;p38"/>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a:t>
            </a:r>
            <a:r>
              <a:rPr lang="pt-BR" sz="1600" b="1" dirty="0" smtClean="0">
                <a:solidFill>
                  <a:schemeClr val="tx1"/>
                </a:solidFill>
              </a:rPr>
              <a:t>22(23)]</a:t>
            </a:r>
            <a:endParaRPr lang="pt-BR" sz="1600" b="1" dirty="0">
              <a:solidFill>
                <a:schemeClr val="tx1"/>
              </a:solidFill>
            </a:endParaRPr>
          </a:p>
        </p:txBody>
      </p:sp>
      <p:sp>
        <p:nvSpPr>
          <p:cNvPr id="237" name="Google Shape;237;p38"/>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3390724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a:solidFill>
                  <a:schemeClr val="accent1"/>
                </a:solidFill>
                <a:latin typeface="Calibri"/>
                <a:ea typeface="Calibri"/>
                <a:cs typeface="Calibri"/>
                <a:sym typeface="Calibri"/>
              </a:rPr>
              <a:t>2</a:t>
            </a:r>
            <a:r>
              <a:rPr lang="pt-BR" sz="3500" dirty="0" smtClean="0">
                <a:solidFill>
                  <a:schemeClr val="accent1"/>
                </a:solidFill>
                <a:latin typeface="Calibri"/>
                <a:ea typeface="Calibri"/>
                <a:cs typeface="Calibri"/>
                <a:sym typeface="Calibri"/>
              </a:rPr>
              <a:t>. </a:t>
            </a:r>
            <a:r>
              <a:rPr lang="pt-BR" sz="3500" dirty="0">
                <a:solidFill>
                  <a:srgbClr val="F3F3F3"/>
                </a:solidFill>
                <a:latin typeface="Calibri"/>
                <a:ea typeface="Calibri"/>
                <a:cs typeface="Calibri"/>
                <a:sym typeface="Calibri"/>
              </a:rPr>
              <a:t>O Senhor fez conhecer a salvação, * e </a:t>
            </a:r>
            <a:r>
              <a:rPr lang="pt-BR" sz="3500" dirty="0" smtClean="0">
                <a:solidFill>
                  <a:srgbClr val="F3F3F3"/>
                </a:solidFill>
                <a:latin typeface="Calibri"/>
                <a:ea typeface="Calibri"/>
                <a:cs typeface="Calibri"/>
                <a:sym typeface="Calibri"/>
              </a:rPr>
              <a:t>às nações</a:t>
            </a:r>
            <a:r>
              <a:rPr lang="pt-BR" sz="3500" dirty="0">
                <a:solidFill>
                  <a:srgbClr val="F3F3F3"/>
                </a:solidFill>
                <a:latin typeface="Calibri"/>
                <a:ea typeface="Calibri"/>
                <a:cs typeface="Calibri"/>
                <a:sym typeface="Calibri"/>
              </a:rPr>
              <a:t>, sua justiça; recordou o seu </a:t>
            </a:r>
            <a:r>
              <a:rPr lang="pt-BR" sz="3500" dirty="0" smtClean="0">
                <a:solidFill>
                  <a:srgbClr val="F3F3F3"/>
                </a:solidFill>
                <a:latin typeface="Calibri"/>
                <a:ea typeface="Calibri"/>
                <a:cs typeface="Calibri"/>
                <a:sym typeface="Calibri"/>
              </a:rPr>
              <a:t>amor sempre </a:t>
            </a:r>
            <a:r>
              <a:rPr lang="pt-BR" sz="3500" dirty="0">
                <a:solidFill>
                  <a:srgbClr val="F3F3F3"/>
                </a:solidFill>
                <a:latin typeface="Calibri"/>
                <a:ea typeface="Calibri"/>
                <a:cs typeface="Calibri"/>
                <a:sym typeface="Calibri"/>
              </a:rPr>
              <a:t>fiel * pela casa de Israel.</a:t>
            </a:r>
            <a:endParaRPr sz="3500" dirty="0">
              <a:solidFill>
                <a:srgbClr val="F3F3F3"/>
              </a:solidFill>
              <a:latin typeface="Calibri"/>
              <a:ea typeface="Calibri"/>
              <a:cs typeface="Calibri"/>
              <a:sym typeface="Calibri"/>
            </a:endParaRPr>
          </a:p>
        </p:txBody>
      </p:sp>
      <p:sp>
        <p:nvSpPr>
          <p:cNvPr id="243" name="Google Shape;243;p39"/>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4" name="Google Shape;244;p39"/>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a:t>
            </a:r>
            <a:r>
              <a:rPr lang="pt-BR" sz="1600" b="1" dirty="0" smtClean="0">
                <a:solidFill>
                  <a:schemeClr val="tx1"/>
                </a:solidFill>
              </a:rPr>
              <a:t>22(23)]</a:t>
            </a:r>
            <a:endParaRPr lang="pt-BR" sz="1600" b="1" dirty="0">
              <a:solidFill>
                <a:schemeClr val="tx1"/>
              </a:solidFill>
            </a:endParaRPr>
          </a:p>
        </p:txBody>
      </p:sp>
      <p:sp>
        <p:nvSpPr>
          <p:cNvPr id="245" name="Google Shape;245;p39"/>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2473910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8"/>
          <p:cNvSpPr txBox="1">
            <a:spLocks noGrp="1"/>
          </p:cNvSpPr>
          <p:nvPr>
            <p:ph type="body" idx="1"/>
          </p:nvPr>
        </p:nvSpPr>
        <p:spPr>
          <a:xfrm>
            <a:off x="0" y="771750"/>
            <a:ext cx="9144000" cy="3960000"/>
          </a:xfrm>
          <a:prstGeom prst="rect">
            <a:avLst/>
          </a:prstGeom>
          <a:ln>
            <a:noFill/>
          </a:ln>
        </p:spPr>
        <p:txBody>
          <a:bodyPr spcFirstLastPara="1" wrap="square" lIns="91425" tIns="91425" rIns="91425" bIns="91425" anchor="ctr" anchorCtr="0">
            <a:noAutofit/>
          </a:bodyPr>
          <a:lstStyle/>
          <a:p>
            <a:pPr marL="0" lvl="0" indent="0" algn="ctr">
              <a:lnSpc>
                <a:spcPct val="100000"/>
              </a:lnSpc>
              <a:spcBef>
                <a:spcPts val="1600"/>
              </a:spcBef>
              <a:buNone/>
            </a:pPr>
            <a:r>
              <a:rPr lang="pt-BR" sz="3500" b="1" dirty="0" smtClean="0">
                <a:solidFill>
                  <a:schemeClr val="accent1"/>
                </a:solidFill>
                <a:latin typeface="Calibri"/>
                <a:ea typeface="Calibri"/>
                <a:cs typeface="Calibri"/>
                <a:sym typeface="Calibri"/>
              </a:rPr>
              <a:t>REFRÃO:</a:t>
            </a:r>
            <a:r>
              <a:rPr lang="pt-BR" sz="3500" b="1" dirty="0">
                <a:solidFill>
                  <a:srgbClr val="F3F3F3"/>
                </a:solidFill>
                <a:latin typeface="Calibri"/>
                <a:ea typeface="Calibri"/>
                <a:cs typeface="Calibri"/>
                <a:sym typeface="Calibri"/>
              </a:rPr>
              <a:t> Cantai ao Senhor Deus um canto novo,</a:t>
            </a:r>
          </a:p>
          <a:p>
            <a:pPr marL="0" lvl="0" indent="0" algn="ctr">
              <a:lnSpc>
                <a:spcPct val="100000"/>
              </a:lnSpc>
              <a:spcBef>
                <a:spcPts val="1600"/>
              </a:spcBef>
              <a:buNone/>
            </a:pPr>
            <a:r>
              <a:rPr lang="pt-BR" sz="3500" b="1" dirty="0">
                <a:solidFill>
                  <a:srgbClr val="F3F3F3"/>
                </a:solidFill>
                <a:latin typeface="Calibri"/>
                <a:ea typeface="Calibri"/>
                <a:cs typeface="Calibri"/>
                <a:sym typeface="Calibri"/>
              </a:rPr>
              <a:t>porque ele fez prodígios!</a:t>
            </a:r>
            <a:endParaRPr sz="3500" b="1" dirty="0">
              <a:solidFill>
                <a:srgbClr val="F3F3F3"/>
              </a:solidFill>
              <a:latin typeface="Calibri"/>
              <a:ea typeface="Calibri"/>
              <a:cs typeface="Calibri"/>
              <a:sym typeface="Calibri"/>
            </a:endParaRPr>
          </a:p>
        </p:txBody>
      </p:sp>
      <p:sp>
        <p:nvSpPr>
          <p:cNvPr id="235" name="Google Shape;235;p38"/>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6" name="Google Shape;236;p38"/>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a:t>
            </a:r>
            <a:r>
              <a:rPr lang="pt-BR" sz="1600" b="1" dirty="0" smtClean="0">
                <a:solidFill>
                  <a:schemeClr val="tx1"/>
                </a:solidFill>
              </a:rPr>
              <a:t>22(23)]</a:t>
            </a:r>
            <a:endParaRPr lang="pt-BR" sz="1600" b="1" dirty="0">
              <a:solidFill>
                <a:schemeClr val="tx1"/>
              </a:solidFill>
            </a:endParaRPr>
          </a:p>
        </p:txBody>
      </p:sp>
      <p:sp>
        <p:nvSpPr>
          <p:cNvPr id="237" name="Google Shape;237;p38"/>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3306653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9"/>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smtClean="0">
                <a:solidFill>
                  <a:schemeClr val="accent1"/>
                </a:solidFill>
                <a:latin typeface="Calibri"/>
                <a:ea typeface="Calibri"/>
                <a:cs typeface="Calibri"/>
                <a:sym typeface="Calibri"/>
              </a:rPr>
              <a:t>3. </a:t>
            </a:r>
            <a:r>
              <a:rPr lang="pt-BR" sz="3500" dirty="0">
                <a:solidFill>
                  <a:srgbClr val="F3F3F3"/>
                </a:solidFill>
                <a:latin typeface="Calibri"/>
                <a:ea typeface="Calibri"/>
                <a:cs typeface="Calibri"/>
                <a:sym typeface="Calibri"/>
              </a:rPr>
              <a:t>Os confins do universo contemplaram * </a:t>
            </a:r>
            <a:r>
              <a:rPr lang="pt-BR" sz="3500" dirty="0" smtClean="0">
                <a:solidFill>
                  <a:srgbClr val="F3F3F3"/>
                </a:solidFill>
                <a:latin typeface="Calibri"/>
                <a:ea typeface="Calibri"/>
                <a:cs typeface="Calibri"/>
                <a:sym typeface="Calibri"/>
              </a:rPr>
              <a:t>a salvação </a:t>
            </a:r>
            <a:r>
              <a:rPr lang="pt-BR" sz="3500" dirty="0">
                <a:solidFill>
                  <a:srgbClr val="F3F3F3"/>
                </a:solidFill>
                <a:latin typeface="Calibri"/>
                <a:ea typeface="Calibri"/>
                <a:cs typeface="Calibri"/>
                <a:sym typeface="Calibri"/>
              </a:rPr>
              <a:t>do nosso Deus. Aclamai o </a:t>
            </a:r>
            <a:r>
              <a:rPr lang="pt-BR" sz="3500" dirty="0" smtClean="0">
                <a:solidFill>
                  <a:srgbClr val="F3F3F3"/>
                </a:solidFill>
                <a:latin typeface="Calibri"/>
                <a:ea typeface="Calibri"/>
                <a:cs typeface="Calibri"/>
                <a:sym typeface="Calibri"/>
              </a:rPr>
              <a:t>Senhor Deus</a:t>
            </a:r>
            <a:r>
              <a:rPr lang="pt-BR" sz="3500" dirty="0">
                <a:solidFill>
                  <a:srgbClr val="F3F3F3"/>
                </a:solidFill>
                <a:latin typeface="Calibri"/>
                <a:ea typeface="Calibri"/>
                <a:cs typeface="Calibri"/>
                <a:sym typeface="Calibri"/>
              </a:rPr>
              <a:t>, ó terra inteira, * alegrai-vos e exultai!</a:t>
            </a:r>
            <a:endParaRPr sz="3500" dirty="0">
              <a:solidFill>
                <a:srgbClr val="F3F3F3"/>
              </a:solidFill>
              <a:latin typeface="Calibri"/>
              <a:ea typeface="Calibri"/>
              <a:cs typeface="Calibri"/>
              <a:sym typeface="Calibri"/>
            </a:endParaRPr>
          </a:p>
        </p:txBody>
      </p:sp>
      <p:sp>
        <p:nvSpPr>
          <p:cNvPr id="243" name="Google Shape;243;p39"/>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4" name="Google Shape;244;p39"/>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a:t>
            </a:r>
            <a:r>
              <a:rPr lang="pt-BR" sz="1600" b="1" dirty="0" smtClean="0">
                <a:solidFill>
                  <a:schemeClr val="tx1"/>
                </a:solidFill>
              </a:rPr>
              <a:t>22(23)]</a:t>
            </a:r>
            <a:endParaRPr lang="pt-BR" sz="1600" b="1" dirty="0">
              <a:solidFill>
                <a:schemeClr val="tx1"/>
              </a:solidFill>
            </a:endParaRPr>
          </a:p>
        </p:txBody>
      </p:sp>
      <p:sp>
        <p:nvSpPr>
          <p:cNvPr id="245" name="Google Shape;245;p39"/>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3542457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8"/>
          <p:cNvSpPr txBox="1">
            <a:spLocks noGrp="1"/>
          </p:cNvSpPr>
          <p:nvPr>
            <p:ph type="body" idx="1"/>
          </p:nvPr>
        </p:nvSpPr>
        <p:spPr>
          <a:xfrm>
            <a:off x="0" y="771750"/>
            <a:ext cx="9144000" cy="3960000"/>
          </a:xfrm>
          <a:prstGeom prst="rect">
            <a:avLst/>
          </a:prstGeom>
          <a:ln>
            <a:noFill/>
          </a:ln>
        </p:spPr>
        <p:txBody>
          <a:bodyPr spcFirstLastPara="1" wrap="square" lIns="91425" tIns="91425" rIns="91425" bIns="91425" anchor="ctr" anchorCtr="0">
            <a:noAutofit/>
          </a:bodyPr>
          <a:lstStyle/>
          <a:p>
            <a:pPr marL="0" lvl="0" indent="0" algn="ctr">
              <a:lnSpc>
                <a:spcPct val="100000"/>
              </a:lnSpc>
              <a:spcBef>
                <a:spcPts val="1600"/>
              </a:spcBef>
              <a:buNone/>
            </a:pPr>
            <a:r>
              <a:rPr lang="pt-BR" sz="3500" b="1" dirty="0" smtClean="0">
                <a:solidFill>
                  <a:schemeClr val="accent1"/>
                </a:solidFill>
                <a:latin typeface="Calibri"/>
                <a:ea typeface="Calibri"/>
                <a:cs typeface="Calibri"/>
                <a:sym typeface="Calibri"/>
              </a:rPr>
              <a:t>REFRÃO:</a:t>
            </a:r>
            <a:r>
              <a:rPr lang="pt-BR" sz="3500" b="1" dirty="0">
                <a:solidFill>
                  <a:srgbClr val="F3F3F3"/>
                </a:solidFill>
                <a:latin typeface="Calibri"/>
                <a:ea typeface="Calibri"/>
                <a:cs typeface="Calibri"/>
                <a:sym typeface="Calibri"/>
              </a:rPr>
              <a:t> Cantai ao Senhor Deus um canto novo,</a:t>
            </a:r>
          </a:p>
          <a:p>
            <a:pPr marL="0" lvl="0" indent="0" algn="ctr">
              <a:lnSpc>
                <a:spcPct val="100000"/>
              </a:lnSpc>
              <a:spcBef>
                <a:spcPts val="1600"/>
              </a:spcBef>
              <a:buNone/>
            </a:pPr>
            <a:r>
              <a:rPr lang="pt-BR" sz="3500" b="1" dirty="0">
                <a:solidFill>
                  <a:srgbClr val="F3F3F3"/>
                </a:solidFill>
                <a:latin typeface="Calibri"/>
                <a:ea typeface="Calibri"/>
                <a:cs typeface="Calibri"/>
                <a:sym typeface="Calibri"/>
              </a:rPr>
              <a:t>porque ele fez prodígios!</a:t>
            </a:r>
            <a:endParaRPr sz="3500" b="1" dirty="0">
              <a:solidFill>
                <a:srgbClr val="F3F3F3"/>
              </a:solidFill>
              <a:latin typeface="Calibri"/>
              <a:ea typeface="Calibri"/>
              <a:cs typeface="Calibri"/>
              <a:sym typeface="Calibri"/>
            </a:endParaRPr>
          </a:p>
        </p:txBody>
      </p:sp>
      <p:sp>
        <p:nvSpPr>
          <p:cNvPr id="235" name="Google Shape;235;p38"/>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6" name="Google Shape;236;p38"/>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Salmo Responsorial [</a:t>
            </a:r>
            <a:r>
              <a:rPr lang="pt-BR" sz="1600" b="1" dirty="0" err="1">
                <a:solidFill>
                  <a:schemeClr val="tx1"/>
                </a:solidFill>
              </a:rPr>
              <a:t>Sl</a:t>
            </a:r>
            <a:r>
              <a:rPr lang="pt-BR" sz="1600" b="1" dirty="0">
                <a:solidFill>
                  <a:schemeClr val="tx1"/>
                </a:solidFill>
              </a:rPr>
              <a:t> </a:t>
            </a:r>
            <a:r>
              <a:rPr lang="pt-BR" sz="1600" b="1" dirty="0" smtClean="0">
                <a:solidFill>
                  <a:schemeClr val="tx1"/>
                </a:solidFill>
              </a:rPr>
              <a:t>22(23)]</a:t>
            </a:r>
            <a:endParaRPr lang="pt-BR" sz="1600" b="1" dirty="0">
              <a:solidFill>
                <a:schemeClr val="tx1"/>
              </a:solidFill>
            </a:endParaRPr>
          </a:p>
        </p:txBody>
      </p:sp>
      <p:sp>
        <p:nvSpPr>
          <p:cNvPr id="237" name="Google Shape;237;p38"/>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3433021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Clr>
                <a:schemeClr val="dk1"/>
              </a:buClr>
              <a:buSzPts val="1100"/>
              <a:buNone/>
            </a:pPr>
            <a:r>
              <a:rPr lang="pt-BR" sz="3500" b="1" dirty="0" smtClean="0">
                <a:solidFill>
                  <a:schemeClr val="accent1"/>
                </a:solidFill>
                <a:latin typeface="Calibri"/>
                <a:ea typeface="Calibri"/>
                <a:cs typeface="Calibri"/>
                <a:sym typeface="Calibri"/>
              </a:rPr>
              <a:t>Segunda </a:t>
            </a:r>
            <a:r>
              <a:rPr lang="pt-BR" sz="3500" b="1" dirty="0">
                <a:solidFill>
                  <a:schemeClr val="accent1"/>
                </a:solidFill>
                <a:latin typeface="Calibri"/>
                <a:ea typeface="Calibri"/>
                <a:cs typeface="Calibri"/>
                <a:sym typeface="Calibri"/>
              </a:rPr>
              <a:t>Leitura (</a:t>
            </a:r>
            <a:r>
              <a:rPr lang="pt-BR" sz="3500" b="1" dirty="0" err="1">
                <a:solidFill>
                  <a:schemeClr val="accent1"/>
                </a:solidFill>
                <a:latin typeface="Calibri"/>
                <a:ea typeface="Calibri"/>
                <a:cs typeface="Calibri"/>
                <a:sym typeface="Calibri"/>
              </a:rPr>
              <a:t>Ef</a:t>
            </a:r>
            <a:r>
              <a:rPr lang="pt-BR" sz="3500" b="1" dirty="0">
                <a:solidFill>
                  <a:schemeClr val="accent1"/>
                </a:solidFill>
                <a:latin typeface="Calibri"/>
                <a:ea typeface="Calibri"/>
                <a:cs typeface="Calibri"/>
                <a:sym typeface="Calibri"/>
              </a:rPr>
              <a:t> 1,3-6.11-12)</a:t>
            </a:r>
          </a:p>
          <a:p>
            <a:pPr marL="0" lvl="0" indent="0">
              <a:lnSpc>
                <a:spcPct val="100000"/>
              </a:lnSpc>
              <a:spcBef>
                <a:spcPts val="1600"/>
              </a:spcBef>
              <a:buClr>
                <a:schemeClr val="dk1"/>
              </a:buClr>
              <a:buSzPts val="1100"/>
              <a:buNone/>
            </a:pPr>
            <a:r>
              <a:rPr lang="pt-BR" sz="3500" b="1" dirty="0">
                <a:solidFill>
                  <a:srgbClr val="F3F3F3"/>
                </a:solidFill>
                <a:latin typeface="Calibri"/>
                <a:ea typeface="Calibri"/>
                <a:cs typeface="Calibri"/>
                <a:sym typeface="Calibri"/>
              </a:rPr>
              <a:t>Leitura da Carta de São Paulo aos </a:t>
            </a:r>
            <a:r>
              <a:rPr lang="pt-BR" sz="3500" b="1" dirty="0" err="1">
                <a:solidFill>
                  <a:srgbClr val="F3F3F3"/>
                </a:solidFill>
                <a:latin typeface="Calibri"/>
                <a:ea typeface="Calibri"/>
                <a:cs typeface="Calibri"/>
                <a:sym typeface="Calibri"/>
              </a:rPr>
              <a:t>Éfesios</a:t>
            </a:r>
            <a:endParaRPr sz="3500" b="1" dirty="0">
              <a:solidFill>
                <a:srgbClr val="F3F3F3"/>
              </a:solidFill>
              <a:latin typeface="Calibri"/>
              <a:ea typeface="Calibri"/>
              <a:cs typeface="Calibri"/>
              <a:sym typeface="Calibri"/>
            </a:endParaRPr>
          </a:p>
          <a:p>
            <a:pPr marL="0" lvl="0" indent="0">
              <a:lnSpc>
                <a:spcPct val="100000"/>
              </a:lnSpc>
              <a:buNone/>
            </a:pPr>
            <a:r>
              <a:rPr lang="pt-BR" sz="3500" dirty="0">
                <a:solidFill>
                  <a:srgbClr val="F3F3F3"/>
                </a:solidFill>
                <a:latin typeface="Calibri"/>
                <a:ea typeface="Calibri"/>
                <a:cs typeface="Calibri"/>
                <a:sym typeface="Calibri"/>
              </a:rPr>
              <a:t>Bendito seja Deus, Pai de nosso Senhor </a:t>
            </a:r>
            <a:r>
              <a:rPr lang="pt-BR" sz="3500" dirty="0" smtClean="0">
                <a:solidFill>
                  <a:srgbClr val="F3F3F3"/>
                </a:solidFill>
                <a:latin typeface="Calibri"/>
                <a:ea typeface="Calibri"/>
                <a:cs typeface="Calibri"/>
                <a:sym typeface="Calibri"/>
              </a:rPr>
              <a:t>Jesus Cristo</a:t>
            </a:r>
            <a:r>
              <a:rPr lang="pt-BR" sz="3500" dirty="0">
                <a:solidFill>
                  <a:srgbClr val="F3F3F3"/>
                </a:solidFill>
                <a:latin typeface="Calibri"/>
                <a:ea typeface="Calibri"/>
                <a:cs typeface="Calibri"/>
                <a:sym typeface="Calibri"/>
              </a:rPr>
              <a:t>. Ele nos abençoou com toda a </a:t>
            </a:r>
            <a:r>
              <a:rPr lang="pt-BR" sz="3500" dirty="0" smtClean="0">
                <a:solidFill>
                  <a:srgbClr val="F3F3F3"/>
                </a:solidFill>
                <a:latin typeface="Calibri"/>
                <a:ea typeface="Calibri"/>
                <a:cs typeface="Calibri"/>
                <a:sym typeface="Calibri"/>
              </a:rPr>
              <a:t>bênção do </a:t>
            </a:r>
            <a:r>
              <a:rPr lang="pt-BR" sz="3500" dirty="0">
                <a:solidFill>
                  <a:srgbClr val="F3F3F3"/>
                </a:solidFill>
                <a:latin typeface="Calibri"/>
                <a:ea typeface="Calibri"/>
                <a:cs typeface="Calibri"/>
                <a:sym typeface="Calibri"/>
              </a:rPr>
              <a:t>seu Espírito em virtude de nossa união </a:t>
            </a:r>
            <a:r>
              <a:rPr lang="pt-BR" sz="3500" dirty="0" smtClean="0">
                <a:solidFill>
                  <a:srgbClr val="F3F3F3"/>
                </a:solidFill>
                <a:latin typeface="Calibri"/>
                <a:ea typeface="Calibri"/>
                <a:cs typeface="Calibri"/>
                <a:sym typeface="Calibri"/>
              </a:rPr>
              <a:t>com Cristo</a:t>
            </a:r>
            <a:r>
              <a:rPr lang="pt-BR" sz="3500" dirty="0">
                <a:solidFill>
                  <a:srgbClr val="F3F3F3"/>
                </a:solidFill>
                <a:latin typeface="Calibri"/>
                <a:ea typeface="Calibri"/>
                <a:cs typeface="Calibri"/>
                <a:sym typeface="Calibri"/>
              </a:rPr>
              <a:t>, no céu. </a:t>
            </a:r>
            <a:r>
              <a:rPr lang="pt-BR" sz="3500" dirty="0" smtClean="0">
                <a:solidFill>
                  <a:srgbClr val="F3F3F3"/>
                </a:solidFill>
                <a:latin typeface="Calibri"/>
                <a:ea typeface="Calibri"/>
                <a:cs typeface="Calibri"/>
                <a:sym typeface="Calibri"/>
              </a:rPr>
              <a:t>Em </a:t>
            </a:r>
            <a:r>
              <a:rPr lang="pt-BR" sz="3500" dirty="0">
                <a:solidFill>
                  <a:srgbClr val="F3F3F3"/>
                </a:solidFill>
                <a:latin typeface="Calibri"/>
                <a:ea typeface="Calibri"/>
                <a:cs typeface="Calibri"/>
                <a:sym typeface="Calibri"/>
              </a:rPr>
              <a:t>Cristo, ele nos </a:t>
            </a:r>
            <a:r>
              <a:rPr lang="pt-BR" sz="3500" dirty="0" smtClean="0">
                <a:solidFill>
                  <a:srgbClr val="F3F3F3"/>
                </a:solidFill>
                <a:latin typeface="Calibri"/>
                <a:ea typeface="Calibri"/>
                <a:cs typeface="Calibri"/>
                <a:sym typeface="Calibri"/>
              </a:rPr>
              <a:t>escolheu, antes </a:t>
            </a:r>
            <a:r>
              <a:rPr lang="pt-BR" sz="3500" dirty="0">
                <a:solidFill>
                  <a:srgbClr val="F3F3F3"/>
                </a:solidFill>
                <a:latin typeface="Calibri"/>
                <a:ea typeface="Calibri"/>
                <a:cs typeface="Calibri"/>
                <a:sym typeface="Calibri"/>
              </a:rPr>
              <a:t>da fundação do mundo, para </a:t>
            </a:r>
            <a:r>
              <a:rPr lang="pt-BR" sz="3500" dirty="0" smtClean="0">
                <a:solidFill>
                  <a:srgbClr val="F3F3F3"/>
                </a:solidFill>
                <a:latin typeface="Calibri"/>
                <a:ea typeface="Calibri"/>
                <a:cs typeface="Calibri"/>
                <a:sym typeface="Calibri"/>
              </a:rPr>
              <a:t>que</a:t>
            </a:r>
            <a:endParaRPr sz="3500" dirty="0">
              <a:solidFill>
                <a:srgbClr val="F3F3F3"/>
              </a:solidFill>
              <a:latin typeface="Calibri"/>
              <a:ea typeface="Calibri"/>
              <a:cs typeface="Calibri"/>
              <a:sym typeface="Calibri"/>
            </a:endParaRPr>
          </a:p>
        </p:txBody>
      </p:sp>
      <p:sp>
        <p:nvSpPr>
          <p:cNvPr id="291" name="Google Shape;291;p4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2" name="Google Shape;292;p4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Segunda Leitura (</a:t>
            </a:r>
            <a:r>
              <a:rPr lang="pt-BR" sz="1600" b="1" dirty="0" err="1">
                <a:solidFill>
                  <a:schemeClr val="tx1"/>
                </a:solidFill>
              </a:rPr>
              <a:t>Ef</a:t>
            </a:r>
            <a:r>
              <a:rPr lang="pt-BR" sz="1600" b="1" dirty="0">
                <a:solidFill>
                  <a:schemeClr val="tx1"/>
                </a:solidFill>
              </a:rPr>
              <a:t> 1,3-6.11-12)</a:t>
            </a:r>
            <a:endParaRPr sz="1600" b="1" dirty="0">
              <a:solidFill>
                <a:schemeClr val="tx1"/>
              </a:solidFill>
            </a:endParaRPr>
          </a:p>
        </p:txBody>
      </p:sp>
      <p:sp>
        <p:nvSpPr>
          <p:cNvPr id="293" name="Google Shape;293;p4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3F3F3"/>
                </a:solidFill>
                <a:latin typeface="Calibri"/>
                <a:ea typeface="Calibri"/>
                <a:cs typeface="Calibri"/>
                <a:sym typeface="Calibri"/>
              </a:rPr>
              <a:t>sejamos santos e irrepreensíveis sob o </a:t>
            </a:r>
            <a:r>
              <a:rPr lang="pt-BR" sz="3500" dirty="0" smtClean="0">
                <a:solidFill>
                  <a:srgbClr val="F3F3F3"/>
                </a:solidFill>
                <a:latin typeface="Calibri"/>
                <a:ea typeface="Calibri"/>
                <a:cs typeface="Calibri"/>
                <a:sym typeface="Calibri"/>
              </a:rPr>
              <a:t>seu olhar</a:t>
            </a:r>
            <a:r>
              <a:rPr lang="pt-BR" sz="3500" dirty="0">
                <a:solidFill>
                  <a:srgbClr val="F3F3F3"/>
                </a:solidFill>
                <a:latin typeface="Calibri"/>
                <a:ea typeface="Calibri"/>
                <a:cs typeface="Calibri"/>
                <a:sym typeface="Calibri"/>
              </a:rPr>
              <a:t>, no amor. </a:t>
            </a:r>
            <a:r>
              <a:rPr lang="pt-BR" sz="3500" dirty="0" smtClean="0">
                <a:solidFill>
                  <a:srgbClr val="F3F3F3"/>
                </a:solidFill>
                <a:latin typeface="Calibri"/>
                <a:ea typeface="Calibri"/>
                <a:cs typeface="Calibri"/>
                <a:sym typeface="Calibri"/>
              </a:rPr>
              <a:t>Ele </a:t>
            </a:r>
            <a:r>
              <a:rPr lang="pt-BR" sz="3500" dirty="0">
                <a:solidFill>
                  <a:srgbClr val="F3F3F3"/>
                </a:solidFill>
                <a:latin typeface="Calibri"/>
                <a:ea typeface="Calibri"/>
                <a:cs typeface="Calibri"/>
                <a:sym typeface="Calibri"/>
              </a:rPr>
              <a:t>nos predestinou </a:t>
            </a:r>
            <a:r>
              <a:rPr lang="pt-BR" sz="3500" dirty="0" smtClean="0">
                <a:solidFill>
                  <a:srgbClr val="F3F3F3"/>
                </a:solidFill>
                <a:latin typeface="Calibri"/>
                <a:ea typeface="Calibri"/>
                <a:cs typeface="Calibri"/>
                <a:sym typeface="Calibri"/>
              </a:rPr>
              <a:t>para sermos </a:t>
            </a:r>
            <a:r>
              <a:rPr lang="pt-BR" sz="3500" dirty="0">
                <a:solidFill>
                  <a:srgbClr val="F3F3F3"/>
                </a:solidFill>
                <a:latin typeface="Calibri"/>
                <a:ea typeface="Calibri"/>
                <a:cs typeface="Calibri"/>
                <a:sym typeface="Calibri"/>
              </a:rPr>
              <a:t>seus filhos adotivos por intermédio </a:t>
            </a:r>
            <a:r>
              <a:rPr lang="pt-BR" sz="3500" dirty="0" smtClean="0">
                <a:solidFill>
                  <a:srgbClr val="F3F3F3"/>
                </a:solidFill>
                <a:latin typeface="Calibri"/>
                <a:ea typeface="Calibri"/>
                <a:cs typeface="Calibri"/>
                <a:sym typeface="Calibri"/>
              </a:rPr>
              <a:t>de Jesus </a:t>
            </a:r>
            <a:r>
              <a:rPr lang="pt-BR" sz="3500" dirty="0">
                <a:solidFill>
                  <a:srgbClr val="F3F3F3"/>
                </a:solidFill>
                <a:latin typeface="Calibri"/>
                <a:ea typeface="Calibri"/>
                <a:cs typeface="Calibri"/>
                <a:sym typeface="Calibri"/>
              </a:rPr>
              <a:t>Cristo, conforme a decisão da </a:t>
            </a:r>
            <a:r>
              <a:rPr lang="pt-BR" sz="3500" dirty="0" smtClean="0">
                <a:solidFill>
                  <a:srgbClr val="F3F3F3"/>
                </a:solidFill>
                <a:latin typeface="Calibri"/>
                <a:ea typeface="Calibri"/>
                <a:cs typeface="Calibri"/>
                <a:sym typeface="Calibri"/>
              </a:rPr>
              <a:t>sua vontade</a:t>
            </a:r>
            <a:r>
              <a:rPr lang="pt-BR" sz="3500" dirty="0">
                <a:solidFill>
                  <a:srgbClr val="F3F3F3"/>
                </a:solidFill>
                <a:latin typeface="Calibri"/>
                <a:ea typeface="Calibri"/>
                <a:cs typeface="Calibri"/>
                <a:sym typeface="Calibri"/>
              </a:rPr>
              <a:t>, </a:t>
            </a:r>
            <a:r>
              <a:rPr lang="pt-BR" sz="3500" dirty="0" smtClean="0">
                <a:solidFill>
                  <a:srgbClr val="F3F3F3"/>
                </a:solidFill>
                <a:latin typeface="Calibri"/>
                <a:ea typeface="Calibri"/>
                <a:cs typeface="Calibri"/>
                <a:sym typeface="Calibri"/>
              </a:rPr>
              <a:t>para </a:t>
            </a:r>
            <a:r>
              <a:rPr lang="pt-BR" sz="3500" dirty="0">
                <a:solidFill>
                  <a:srgbClr val="F3F3F3"/>
                </a:solidFill>
                <a:latin typeface="Calibri"/>
                <a:ea typeface="Calibri"/>
                <a:cs typeface="Calibri"/>
                <a:sym typeface="Calibri"/>
              </a:rPr>
              <a:t>o louvor da sua glória e da </a:t>
            </a:r>
            <a:r>
              <a:rPr lang="pt-BR" sz="3500" dirty="0" smtClean="0">
                <a:solidFill>
                  <a:srgbClr val="F3F3F3"/>
                </a:solidFill>
                <a:latin typeface="Calibri"/>
                <a:ea typeface="Calibri"/>
                <a:cs typeface="Calibri"/>
                <a:sym typeface="Calibri"/>
              </a:rPr>
              <a:t>graça com </a:t>
            </a:r>
            <a:r>
              <a:rPr lang="pt-BR" sz="3500" dirty="0">
                <a:solidFill>
                  <a:srgbClr val="F3F3F3"/>
                </a:solidFill>
                <a:latin typeface="Calibri"/>
                <a:ea typeface="Calibri"/>
                <a:cs typeface="Calibri"/>
                <a:sym typeface="Calibri"/>
              </a:rPr>
              <a:t>que ele nos cumulou no seu Bem-amado. </a:t>
            </a:r>
            <a:r>
              <a:rPr lang="pt-BR" sz="3500" dirty="0" smtClean="0">
                <a:solidFill>
                  <a:srgbClr val="F3F3F3"/>
                </a:solidFill>
                <a:latin typeface="Calibri"/>
                <a:ea typeface="Calibri"/>
                <a:cs typeface="Calibri"/>
                <a:sym typeface="Calibri"/>
              </a:rPr>
              <a:t>Nele </a:t>
            </a:r>
            <a:r>
              <a:rPr lang="pt-BR" sz="3500" dirty="0">
                <a:solidFill>
                  <a:srgbClr val="F3F3F3"/>
                </a:solidFill>
                <a:latin typeface="Calibri"/>
                <a:ea typeface="Calibri"/>
                <a:cs typeface="Calibri"/>
                <a:sym typeface="Calibri"/>
              </a:rPr>
              <a:t>também nós recebemos a nossa parte</a:t>
            </a:r>
            <a:r>
              <a:rPr lang="pt-BR" sz="3500" dirty="0" smtClean="0">
                <a:solidFill>
                  <a:srgbClr val="F3F3F3"/>
                </a:solidFill>
                <a:latin typeface="Calibri"/>
                <a:ea typeface="Calibri"/>
                <a:cs typeface="Calibri"/>
                <a:sym typeface="Calibri"/>
              </a:rPr>
              <a:t>.</a:t>
            </a:r>
            <a:endParaRPr lang="pt-BR" sz="3500" dirty="0">
              <a:solidFill>
                <a:srgbClr val="F3F3F3"/>
              </a:solidFill>
              <a:latin typeface="Calibri"/>
              <a:ea typeface="Calibri"/>
              <a:cs typeface="Calibri"/>
              <a:sym typeface="Calibri"/>
            </a:endParaRPr>
          </a:p>
        </p:txBody>
      </p:sp>
      <p:sp>
        <p:nvSpPr>
          <p:cNvPr id="6" name="Google Shape;291;p4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292;p4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Segunda Leitura (</a:t>
            </a:r>
            <a:r>
              <a:rPr lang="pt-BR" sz="1600" b="1" dirty="0" err="1">
                <a:solidFill>
                  <a:schemeClr val="tx1"/>
                </a:solidFill>
              </a:rPr>
              <a:t>Ef</a:t>
            </a:r>
            <a:r>
              <a:rPr lang="pt-BR" sz="1600" b="1" dirty="0">
                <a:solidFill>
                  <a:schemeClr val="tx1"/>
                </a:solidFill>
              </a:rPr>
              <a:t> 1,3-6.11-12)</a:t>
            </a:r>
            <a:endParaRPr sz="1600" b="1" dirty="0">
              <a:solidFill>
                <a:schemeClr val="tx1"/>
              </a:solidFill>
            </a:endParaRPr>
          </a:p>
        </p:txBody>
      </p:sp>
      <p:sp>
        <p:nvSpPr>
          <p:cNvPr id="8" name="Google Shape;293;p4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4141721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5"/>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Clr>
                <a:schemeClr val="dk1"/>
              </a:buClr>
              <a:buSzPts val="1100"/>
              <a:buNone/>
            </a:pPr>
            <a:r>
              <a:rPr lang="pt-BR" sz="3500" dirty="0">
                <a:solidFill>
                  <a:srgbClr val="F3F3F3"/>
                </a:solidFill>
                <a:latin typeface="Calibri"/>
                <a:ea typeface="Calibri"/>
                <a:cs typeface="Calibri"/>
                <a:sym typeface="Calibri"/>
              </a:rPr>
              <a:t>Segundo o projeto daquele que conduz </a:t>
            </a:r>
            <a:r>
              <a:rPr lang="pt-BR" sz="3500" dirty="0" smtClean="0">
                <a:solidFill>
                  <a:srgbClr val="F3F3F3"/>
                </a:solidFill>
                <a:latin typeface="Calibri"/>
                <a:ea typeface="Calibri"/>
                <a:cs typeface="Calibri"/>
                <a:sym typeface="Calibri"/>
              </a:rPr>
              <a:t>tudo conforme </a:t>
            </a:r>
            <a:r>
              <a:rPr lang="pt-BR" sz="3500" dirty="0">
                <a:solidFill>
                  <a:srgbClr val="F3F3F3"/>
                </a:solidFill>
                <a:latin typeface="Calibri"/>
                <a:ea typeface="Calibri"/>
                <a:cs typeface="Calibri"/>
                <a:sym typeface="Calibri"/>
              </a:rPr>
              <a:t>a decisão de sua vontade, </a:t>
            </a:r>
            <a:r>
              <a:rPr lang="pt-BR" sz="3500" dirty="0" smtClean="0">
                <a:solidFill>
                  <a:srgbClr val="F3F3F3"/>
                </a:solidFill>
                <a:latin typeface="Calibri"/>
                <a:ea typeface="Calibri"/>
                <a:cs typeface="Calibri"/>
                <a:sym typeface="Calibri"/>
              </a:rPr>
              <a:t>nós fomos </a:t>
            </a:r>
            <a:r>
              <a:rPr lang="pt-BR" sz="3500" dirty="0">
                <a:solidFill>
                  <a:srgbClr val="F3F3F3"/>
                </a:solidFill>
                <a:latin typeface="Calibri"/>
                <a:ea typeface="Calibri"/>
                <a:cs typeface="Calibri"/>
                <a:sym typeface="Calibri"/>
              </a:rPr>
              <a:t>predestinados </a:t>
            </a:r>
            <a:r>
              <a:rPr lang="pt-BR" sz="3500" dirty="0" smtClean="0">
                <a:solidFill>
                  <a:srgbClr val="F3F3F3"/>
                </a:solidFill>
                <a:latin typeface="Calibri"/>
                <a:ea typeface="Calibri"/>
                <a:cs typeface="Calibri"/>
                <a:sym typeface="Calibri"/>
              </a:rPr>
              <a:t>a </a:t>
            </a:r>
            <a:r>
              <a:rPr lang="pt-BR" sz="3500" dirty="0">
                <a:solidFill>
                  <a:srgbClr val="F3F3F3"/>
                </a:solidFill>
                <a:latin typeface="Calibri"/>
                <a:ea typeface="Calibri"/>
                <a:cs typeface="Calibri"/>
                <a:sym typeface="Calibri"/>
              </a:rPr>
              <a:t>sermos, para </a:t>
            </a:r>
            <a:r>
              <a:rPr lang="pt-BR" sz="3500" dirty="0" smtClean="0">
                <a:solidFill>
                  <a:srgbClr val="F3F3F3"/>
                </a:solidFill>
                <a:latin typeface="Calibri"/>
                <a:ea typeface="Calibri"/>
                <a:cs typeface="Calibri"/>
                <a:sym typeface="Calibri"/>
              </a:rPr>
              <a:t>o louvor </a:t>
            </a:r>
            <a:r>
              <a:rPr lang="pt-BR" sz="3500" dirty="0">
                <a:solidFill>
                  <a:srgbClr val="F3F3F3"/>
                </a:solidFill>
                <a:latin typeface="Calibri"/>
                <a:ea typeface="Calibri"/>
                <a:cs typeface="Calibri"/>
                <a:sym typeface="Calibri"/>
              </a:rPr>
              <a:t>de sua glória, os que de </a:t>
            </a:r>
            <a:r>
              <a:rPr lang="pt-BR" sz="3500" dirty="0" smtClean="0">
                <a:solidFill>
                  <a:srgbClr val="F3F3F3"/>
                </a:solidFill>
                <a:latin typeface="Calibri"/>
                <a:ea typeface="Calibri"/>
                <a:cs typeface="Calibri"/>
                <a:sym typeface="Calibri"/>
              </a:rPr>
              <a:t>antemão colocaram </a:t>
            </a:r>
            <a:r>
              <a:rPr lang="pt-BR" sz="3500" dirty="0">
                <a:solidFill>
                  <a:srgbClr val="F3F3F3"/>
                </a:solidFill>
                <a:latin typeface="Calibri"/>
                <a:ea typeface="Calibri"/>
                <a:cs typeface="Calibri"/>
                <a:sym typeface="Calibri"/>
              </a:rPr>
              <a:t>a sua esperança em Cristo.</a:t>
            </a:r>
            <a:endParaRPr lang="pt-BR" sz="3500" dirty="0" smtClean="0">
              <a:solidFill>
                <a:srgbClr val="F3F3F3"/>
              </a:solidFill>
              <a:latin typeface="Calibri"/>
              <a:ea typeface="Calibri"/>
              <a:cs typeface="Calibri"/>
              <a:sym typeface="Calibri"/>
            </a:endParaRPr>
          </a:p>
          <a:p>
            <a:pPr marL="0" indent="0">
              <a:lnSpc>
                <a:spcPct val="100000"/>
              </a:lnSpc>
              <a:buClr>
                <a:schemeClr val="dk1"/>
              </a:buClr>
              <a:buSzPts val="1100"/>
              <a:buNone/>
            </a:pPr>
            <a:r>
              <a:rPr lang="pt-BR" sz="3500" dirty="0" smtClean="0">
                <a:solidFill>
                  <a:srgbClr val="F3F3F3"/>
                </a:solidFill>
                <a:latin typeface="Calibri"/>
                <a:ea typeface="Calibri"/>
                <a:cs typeface="Calibri"/>
                <a:sym typeface="Calibri"/>
              </a:rPr>
              <a:t>Palavra </a:t>
            </a:r>
            <a:r>
              <a:rPr lang="pt-BR" sz="3500" dirty="0">
                <a:solidFill>
                  <a:srgbClr val="F3F3F3"/>
                </a:solidFill>
                <a:latin typeface="Calibri"/>
                <a:ea typeface="Calibri"/>
                <a:cs typeface="Calibri"/>
                <a:sym typeface="Calibri"/>
              </a:rPr>
              <a:t>do Senhor.</a:t>
            </a:r>
          </a:p>
          <a:p>
            <a:pPr marL="0" indent="0">
              <a:lnSpc>
                <a:spcPct val="100000"/>
              </a:lnSpc>
              <a:spcBef>
                <a:spcPts val="1600"/>
              </a:spcBef>
              <a:buClr>
                <a:schemeClr val="dk1"/>
              </a:buClr>
              <a:buSzPts val="1100"/>
              <a:buNone/>
            </a:pPr>
            <a:r>
              <a:rPr lang="pt-BR" sz="3500" dirty="0">
                <a:solidFill>
                  <a:schemeClr val="accent1"/>
                </a:solidFill>
                <a:latin typeface="Calibri"/>
                <a:ea typeface="Calibri"/>
                <a:cs typeface="Calibri"/>
                <a:sym typeface="Calibri"/>
              </a:rPr>
              <a:t>T.</a:t>
            </a:r>
            <a:r>
              <a:rPr lang="pt-BR" sz="3500" b="1" dirty="0">
                <a:solidFill>
                  <a:schemeClr val="accent1"/>
                </a:solidFill>
                <a:latin typeface="Calibri"/>
                <a:ea typeface="Calibri"/>
                <a:cs typeface="Calibri"/>
                <a:sym typeface="Calibri"/>
              </a:rPr>
              <a:t> </a:t>
            </a:r>
            <a:r>
              <a:rPr lang="pt-BR" sz="3500" b="1" dirty="0">
                <a:solidFill>
                  <a:srgbClr val="F3F3F3"/>
                </a:solidFill>
                <a:latin typeface="Calibri"/>
                <a:ea typeface="Calibri"/>
                <a:cs typeface="Calibri"/>
                <a:sym typeface="Calibri"/>
              </a:rPr>
              <a:t>Graças a Deus.</a:t>
            </a:r>
            <a:endParaRPr lang="pt-BR" sz="3500" dirty="0">
              <a:solidFill>
                <a:srgbClr val="F3F3F3"/>
              </a:solidFill>
              <a:latin typeface="Calibri"/>
              <a:ea typeface="Calibri"/>
              <a:cs typeface="Calibri"/>
              <a:sym typeface="Calibri"/>
            </a:endParaRPr>
          </a:p>
        </p:txBody>
      </p:sp>
      <p:sp>
        <p:nvSpPr>
          <p:cNvPr id="6" name="Google Shape;291;p45"/>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292;p45"/>
          <p:cNvSpPr txBox="1"/>
          <p:nvPr/>
        </p:nvSpPr>
        <p:spPr>
          <a:xfrm>
            <a:off x="252000" y="87750"/>
            <a:ext cx="63705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Segunda Leitura (</a:t>
            </a:r>
            <a:r>
              <a:rPr lang="pt-BR" sz="1600" b="1" dirty="0" err="1">
                <a:solidFill>
                  <a:schemeClr val="tx1"/>
                </a:solidFill>
              </a:rPr>
              <a:t>Ef</a:t>
            </a:r>
            <a:r>
              <a:rPr lang="pt-BR" sz="1600" b="1" dirty="0">
                <a:solidFill>
                  <a:schemeClr val="tx1"/>
                </a:solidFill>
              </a:rPr>
              <a:t> 1,3-6.11-12)</a:t>
            </a:r>
            <a:endParaRPr sz="1600" b="1" dirty="0">
              <a:solidFill>
                <a:schemeClr val="tx1"/>
              </a:solidFill>
            </a:endParaRPr>
          </a:p>
        </p:txBody>
      </p:sp>
      <p:sp>
        <p:nvSpPr>
          <p:cNvPr id="8" name="Google Shape;293;p45"/>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Sentados</a:t>
            </a:r>
            <a:endParaRPr sz="1600" b="1" dirty="0">
              <a:solidFill>
                <a:schemeClr val="tx1"/>
              </a:solidFill>
            </a:endParaRPr>
          </a:p>
        </p:txBody>
      </p:sp>
    </p:spTree>
    <p:extLst>
      <p:ext uri="{BB962C8B-B14F-4D97-AF65-F5344CB8AC3E}">
        <p14:creationId xmlns:p14="http://schemas.microsoft.com/office/powerpoint/2010/main" val="202141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7"/>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2"/>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b="1" dirty="0">
                <a:solidFill>
                  <a:schemeClr val="accent1"/>
                </a:solidFill>
                <a:latin typeface="Calibri"/>
                <a:ea typeface="Calibri"/>
                <a:cs typeface="Calibri"/>
                <a:sym typeface="Calibri"/>
              </a:rPr>
              <a:t>Evangelho (</a:t>
            </a:r>
            <a:r>
              <a:rPr lang="pt-BR" sz="3500" b="1" dirty="0" err="1">
                <a:solidFill>
                  <a:schemeClr val="accent1"/>
                </a:solidFill>
                <a:latin typeface="Calibri"/>
                <a:ea typeface="Calibri"/>
                <a:cs typeface="Calibri"/>
                <a:sym typeface="Calibri"/>
              </a:rPr>
              <a:t>Lc</a:t>
            </a:r>
            <a:r>
              <a:rPr lang="pt-BR" sz="3500" b="1" dirty="0">
                <a:solidFill>
                  <a:schemeClr val="accent1"/>
                </a:solidFill>
                <a:latin typeface="Calibri"/>
                <a:ea typeface="Calibri"/>
                <a:cs typeface="Calibri"/>
                <a:sym typeface="Calibri"/>
              </a:rPr>
              <a:t> 1,26-38)</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3F3F3"/>
                </a:solidFill>
                <a:latin typeface="Calibri"/>
                <a:ea typeface="Calibri"/>
                <a:cs typeface="Calibri"/>
                <a:sym typeface="Calibri"/>
              </a:rPr>
              <a:t>O Senhor esteja convosco</a:t>
            </a:r>
            <a:r>
              <a:rPr lang="pt-BR" sz="3500" dirty="0" smtClean="0">
                <a:solidFill>
                  <a:srgbClr val="F3F3F3"/>
                </a:solidFill>
                <a:latin typeface="Calibri"/>
                <a:ea typeface="Calibri"/>
                <a:cs typeface="Calibri"/>
                <a:sym typeface="Calibri"/>
              </a:rPr>
              <a:t>.</a:t>
            </a:r>
            <a:endParaRPr lang="pt-BR" sz="3500" dirty="0">
              <a:solidFill>
                <a:srgbClr val="F3F3F3"/>
              </a:solidFill>
              <a:latin typeface="Calibri"/>
              <a:ea typeface="Calibri"/>
              <a:cs typeface="Calibri"/>
              <a:sym typeface="Calibri"/>
            </a:endParaRPr>
          </a:p>
          <a:p>
            <a:pPr marL="0" lvl="0" indent="0">
              <a:lnSpc>
                <a:spcPct val="100000"/>
              </a:lnSpc>
              <a:spcBef>
                <a:spcPts val="600"/>
              </a:spcBef>
              <a:buNone/>
            </a:pPr>
            <a:r>
              <a:rPr lang="pt-BR" sz="3500" dirty="0">
                <a:solidFill>
                  <a:schemeClr val="accent1"/>
                </a:solidFill>
                <a:latin typeface="Calibri"/>
                <a:ea typeface="Calibri"/>
                <a:cs typeface="Calibri"/>
                <a:sym typeface="Calibri"/>
              </a:rPr>
              <a:t>T.</a:t>
            </a:r>
            <a:r>
              <a:rPr lang="pt-BR" sz="3500" dirty="0" smtClean="0">
                <a:solidFill>
                  <a:srgbClr val="F3F3F3"/>
                </a:solidFill>
                <a:latin typeface="Calibri"/>
                <a:ea typeface="Calibri"/>
                <a:cs typeface="Calibri"/>
                <a:sym typeface="Calibri"/>
              </a:rPr>
              <a:t> </a:t>
            </a:r>
            <a:r>
              <a:rPr lang="pt-BR" sz="3500" b="1" dirty="0">
                <a:solidFill>
                  <a:srgbClr val="F3F3F3"/>
                </a:solidFill>
                <a:latin typeface="Calibri"/>
                <a:ea typeface="Calibri"/>
                <a:cs typeface="Calibri"/>
                <a:sym typeface="Calibri"/>
              </a:rPr>
              <a:t>Ele está no meio de </a:t>
            </a:r>
            <a:r>
              <a:rPr lang="pt-BR" sz="3500" b="1" dirty="0" smtClean="0">
                <a:solidFill>
                  <a:srgbClr val="F3F3F3"/>
                </a:solidFill>
                <a:latin typeface="Calibri"/>
                <a:ea typeface="Calibri"/>
                <a:cs typeface="Calibri"/>
                <a:sym typeface="Calibri"/>
              </a:rPr>
              <a:t>nós.</a:t>
            </a:r>
            <a:endParaRPr lang="pt-BR" sz="3500" b="1" dirty="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a:t>
            </a:r>
            <a:r>
              <a:rPr lang="pt-BR" sz="3500" dirty="0">
                <a:solidFill>
                  <a:srgbClr val="F3F3F3"/>
                </a:solidFill>
                <a:latin typeface="Calibri"/>
                <a:ea typeface="Calibri"/>
                <a:cs typeface="Calibri"/>
                <a:sym typeface="Calibri"/>
              </a:rPr>
              <a:t> </a:t>
            </a:r>
            <a:r>
              <a:rPr lang="pt-BR" sz="3600" b="1" spc="-1" dirty="0" smtClean="0">
                <a:solidFill>
                  <a:srgbClr val="FFFFFF"/>
                </a:solidFill>
                <a:uFill>
                  <a:solidFill>
                    <a:srgbClr val="FFFFFF"/>
                  </a:solidFill>
                </a:uFill>
                <a:latin typeface="Cambria"/>
              </a:rPr>
              <a:t>†</a:t>
            </a:r>
            <a:r>
              <a:rPr lang="pt-BR" sz="3500" dirty="0" smtClean="0">
                <a:solidFill>
                  <a:srgbClr val="F3F3F3"/>
                </a:solidFill>
                <a:latin typeface="Calibri"/>
                <a:ea typeface="Calibri"/>
                <a:cs typeface="Calibri"/>
                <a:sym typeface="Calibri"/>
              </a:rPr>
              <a:t> Proclamação </a:t>
            </a:r>
            <a:r>
              <a:rPr lang="pt-BR" sz="3500" dirty="0">
                <a:solidFill>
                  <a:srgbClr val="F3F3F3"/>
                </a:solidFill>
                <a:latin typeface="Calibri"/>
                <a:ea typeface="Calibri"/>
                <a:cs typeface="Calibri"/>
                <a:sym typeface="Calibri"/>
              </a:rPr>
              <a:t>do Evangelho de Jesus Cristo segundo </a:t>
            </a:r>
            <a:r>
              <a:rPr lang="pt-BR" sz="3500" dirty="0" smtClean="0">
                <a:solidFill>
                  <a:srgbClr val="F3F3F3"/>
                </a:solidFill>
                <a:latin typeface="Calibri"/>
                <a:ea typeface="Calibri"/>
                <a:cs typeface="Calibri"/>
                <a:sym typeface="Calibri"/>
              </a:rPr>
              <a:t>Lucas.</a:t>
            </a:r>
            <a:endParaRPr lang="pt-BR" sz="3500" dirty="0">
              <a:solidFill>
                <a:srgbClr val="F3F3F3"/>
              </a:solidFill>
              <a:latin typeface="Calibri"/>
              <a:ea typeface="Calibri"/>
              <a:cs typeface="Calibri"/>
              <a:sym typeface="Calibri"/>
            </a:endParaRPr>
          </a:p>
          <a:p>
            <a:pPr marL="0" lvl="0" indent="0">
              <a:lnSpc>
                <a:spcPct val="100000"/>
              </a:lnSpc>
              <a:spcBef>
                <a:spcPts val="600"/>
              </a:spcBef>
              <a:buNone/>
            </a:pPr>
            <a:r>
              <a:rPr lang="pt-BR" sz="3500" dirty="0" smtClean="0">
                <a:solidFill>
                  <a:schemeClr val="accent1"/>
                </a:solidFill>
                <a:latin typeface="Calibri"/>
                <a:ea typeface="Calibri"/>
                <a:cs typeface="Calibri"/>
                <a:sym typeface="Calibri"/>
              </a:rPr>
              <a:t>T.</a:t>
            </a:r>
            <a:r>
              <a:rPr lang="pt-BR" sz="3500" dirty="0" smtClean="0">
                <a:solidFill>
                  <a:srgbClr val="F3F3F3"/>
                </a:solidFill>
                <a:latin typeface="Calibri"/>
                <a:ea typeface="Calibri"/>
                <a:cs typeface="Calibri"/>
                <a:sym typeface="Calibri"/>
              </a:rPr>
              <a:t> </a:t>
            </a:r>
            <a:r>
              <a:rPr lang="pt-BR" sz="3500" b="1" dirty="0">
                <a:solidFill>
                  <a:srgbClr val="F3F3F3"/>
                </a:solidFill>
                <a:latin typeface="Calibri"/>
                <a:ea typeface="Calibri"/>
                <a:cs typeface="Calibri"/>
                <a:sym typeface="Calibri"/>
              </a:rPr>
              <a:t>Glória a vós, Senhor.</a:t>
            </a:r>
            <a:endParaRPr sz="3500" dirty="0">
              <a:solidFill>
                <a:srgbClr val="F3F3F3"/>
              </a:solidFill>
              <a:latin typeface="Calibri"/>
              <a:ea typeface="Calibri"/>
              <a:cs typeface="Calibri"/>
              <a:sym typeface="Calibri"/>
            </a:endParaRPr>
          </a:p>
        </p:txBody>
      </p:sp>
      <p:sp>
        <p:nvSpPr>
          <p:cNvPr id="423" name="Google Shape;423;p62"/>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62"/>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Evangelho (</a:t>
            </a:r>
            <a:r>
              <a:rPr lang="pt-BR" sz="1600" b="1" dirty="0" err="1">
                <a:solidFill>
                  <a:schemeClr val="tx1"/>
                </a:solidFill>
              </a:rPr>
              <a:t>Lc</a:t>
            </a:r>
            <a:r>
              <a:rPr lang="pt-BR" sz="1600" b="1" dirty="0">
                <a:solidFill>
                  <a:schemeClr val="tx1"/>
                </a:solidFill>
              </a:rPr>
              <a:t> 1,26-38)</a:t>
            </a:r>
            <a:endParaRPr sz="1600" b="1" dirty="0">
              <a:solidFill>
                <a:schemeClr val="tx1"/>
              </a:solidFill>
            </a:endParaRPr>
          </a:p>
        </p:txBody>
      </p:sp>
      <p:sp>
        <p:nvSpPr>
          <p:cNvPr id="425" name="Google Shape;425;p62"/>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2"/>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 </a:t>
            </a:r>
            <a:r>
              <a:rPr lang="pt-BR" sz="3500" dirty="0">
                <a:solidFill>
                  <a:srgbClr val="F3F3F3"/>
                </a:solidFill>
                <a:latin typeface="Calibri"/>
                <a:ea typeface="Calibri"/>
                <a:cs typeface="Calibri"/>
                <a:sym typeface="Calibri"/>
              </a:rPr>
              <a:t>NAQUELE TEMPO, </a:t>
            </a:r>
            <a:r>
              <a:rPr lang="pt-BR" sz="3500" dirty="0" smtClean="0">
                <a:solidFill>
                  <a:srgbClr val="F3F3F3"/>
                </a:solidFill>
                <a:latin typeface="Calibri"/>
                <a:ea typeface="Calibri"/>
                <a:cs typeface="Calibri"/>
                <a:sym typeface="Calibri"/>
              </a:rPr>
              <a:t>no </a:t>
            </a:r>
            <a:r>
              <a:rPr lang="pt-BR" sz="3500" dirty="0">
                <a:solidFill>
                  <a:srgbClr val="F3F3F3"/>
                </a:solidFill>
                <a:latin typeface="Calibri"/>
                <a:ea typeface="Calibri"/>
                <a:cs typeface="Calibri"/>
                <a:sym typeface="Calibri"/>
              </a:rPr>
              <a:t>sexto mês, o </a:t>
            </a:r>
            <a:r>
              <a:rPr lang="pt-BR" sz="3500" dirty="0" smtClean="0">
                <a:solidFill>
                  <a:srgbClr val="F3F3F3"/>
                </a:solidFill>
                <a:latin typeface="Calibri"/>
                <a:ea typeface="Calibri"/>
                <a:cs typeface="Calibri"/>
                <a:sym typeface="Calibri"/>
              </a:rPr>
              <a:t>anjo Gabriel </a:t>
            </a:r>
            <a:r>
              <a:rPr lang="pt-BR" sz="3500" dirty="0">
                <a:solidFill>
                  <a:srgbClr val="F3F3F3"/>
                </a:solidFill>
                <a:latin typeface="Calibri"/>
                <a:ea typeface="Calibri"/>
                <a:cs typeface="Calibri"/>
                <a:sym typeface="Calibri"/>
              </a:rPr>
              <a:t>foi enviado por Deus a uma cidade da Galileia, chamada Nazaré, </a:t>
            </a:r>
            <a:r>
              <a:rPr lang="pt-BR" sz="3500" dirty="0" smtClean="0">
                <a:solidFill>
                  <a:srgbClr val="F3F3F3"/>
                </a:solidFill>
                <a:latin typeface="Calibri"/>
                <a:ea typeface="Calibri"/>
                <a:cs typeface="Calibri"/>
                <a:sym typeface="Calibri"/>
              </a:rPr>
              <a:t>a </a:t>
            </a:r>
            <a:r>
              <a:rPr lang="pt-BR" sz="3500" dirty="0">
                <a:solidFill>
                  <a:srgbClr val="F3F3F3"/>
                </a:solidFill>
                <a:latin typeface="Calibri"/>
                <a:ea typeface="Calibri"/>
                <a:cs typeface="Calibri"/>
                <a:sym typeface="Calibri"/>
              </a:rPr>
              <a:t>uma </a:t>
            </a:r>
            <a:r>
              <a:rPr lang="pt-BR" sz="3500" dirty="0" smtClean="0">
                <a:solidFill>
                  <a:srgbClr val="F3F3F3"/>
                </a:solidFill>
                <a:latin typeface="Calibri"/>
                <a:ea typeface="Calibri"/>
                <a:cs typeface="Calibri"/>
                <a:sym typeface="Calibri"/>
              </a:rPr>
              <a:t>virgem, prometida </a:t>
            </a:r>
            <a:r>
              <a:rPr lang="pt-BR" sz="3500" dirty="0">
                <a:solidFill>
                  <a:srgbClr val="F3F3F3"/>
                </a:solidFill>
                <a:latin typeface="Calibri"/>
                <a:ea typeface="Calibri"/>
                <a:cs typeface="Calibri"/>
                <a:sym typeface="Calibri"/>
              </a:rPr>
              <a:t>em casamento a um </a:t>
            </a:r>
            <a:r>
              <a:rPr lang="pt-BR" sz="3500" dirty="0" smtClean="0">
                <a:solidFill>
                  <a:srgbClr val="F3F3F3"/>
                </a:solidFill>
                <a:latin typeface="Calibri"/>
                <a:ea typeface="Calibri"/>
                <a:cs typeface="Calibri"/>
                <a:sym typeface="Calibri"/>
              </a:rPr>
              <a:t>homem chamado </a:t>
            </a:r>
            <a:r>
              <a:rPr lang="pt-BR" sz="3500" dirty="0">
                <a:solidFill>
                  <a:srgbClr val="F3F3F3"/>
                </a:solidFill>
                <a:latin typeface="Calibri"/>
                <a:ea typeface="Calibri"/>
                <a:cs typeface="Calibri"/>
                <a:sym typeface="Calibri"/>
              </a:rPr>
              <a:t>José. Ele era descendente de Davi </a:t>
            </a:r>
            <a:r>
              <a:rPr lang="pt-BR" sz="3500" dirty="0" smtClean="0">
                <a:solidFill>
                  <a:srgbClr val="F3F3F3"/>
                </a:solidFill>
                <a:latin typeface="Calibri"/>
                <a:ea typeface="Calibri"/>
                <a:cs typeface="Calibri"/>
                <a:sym typeface="Calibri"/>
              </a:rPr>
              <a:t>e o </a:t>
            </a:r>
            <a:r>
              <a:rPr lang="pt-BR" sz="3500" dirty="0">
                <a:solidFill>
                  <a:srgbClr val="F3F3F3"/>
                </a:solidFill>
                <a:latin typeface="Calibri"/>
                <a:ea typeface="Calibri"/>
                <a:cs typeface="Calibri"/>
                <a:sym typeface="Calibri"/>
              </a:rPr>
              <a:t>nome da Virgem era Maria. </a:t>
            </a:r>
            <a:r>
              <a:rPr lang="pt-BR" sz="3500" dirty="0" smtClean="0">
                <a:solidFill>
                  <a:srgbClr val="F3F3F3"/>
                </a:solidFill>
                <a:latin typeface="Calibri"/>
                <a:ea typeface="Calibri"/>
                <a:cs typeface="Calibri"/>
                <a:sym typeface="Calibri"/>
              </a:rPr>
              <a:t>O </a:t>
            </a:r>
            <a:r>
              <a:rPr lang="pt-BR" sz="3500" dirty="0">
                <a:solidFill>
                  <a:srgbClr val="F3F3F3"/>
                </a:solidFill>
                <a:latin typeface="Calibri"/>
                <a:ea typeface="Calibri"/>
                <a:cs typeface="Calibri"/>
                <a:sym typeface="Calibri"/>
              </a:rPr>
              <a:t>anjo </a:t>
            </a:r>
            <a:r>
              <a:rPr lang="pt-BR" sz="3500" dirty="0" smtClean="0">
                <a:solidFill>
                  <a:srgbClr val="F3F3F3"/>
                </a:solidFill>
                <a:latin typeface="Calibri"/>
                <a:ea typeface="Calibri"/>
                <a:cs typeface="Calibri"/>
                <a:sym typeface="Calibri"/>
              </a:rPr>
              <a:t>entrou onde </a:t>
            </a:r>
            <a:r>
              <a:rPr lang="pt-BR" sz="3500" dirty="0">
                <a:solidFill>
                  <a:srgbClr val="F3F3F3"/>
                </a:solidFill>
                <a:latin typeface="Calibri"/>
                <a:ea typeface="Calibri"/>
                <a:cs typeface="Calibri"/>
                <a:sym typeface="Calibri"/>
              </a:rPr>
              <a:t>ela estava e disse: “Alegra-te, cheia </a:t>
            </a:r>
            <a:r>
              <a:rPr lang="pt-BR" sz="3500" dirty="0" smtClean="0">
                <a:solidFill>
                  <a:srgbClr val="F3F3F3"/>
                </a:solidFill>
                <a:latin typeface="Calibri"/>
                <a:ea typeface="Calibri"/>
                <a:cs typeface="Calibri"/>
                <a:sym typeface="Calibri"/>
              </a:rPr>
              <a:t>de</a:t>
            </a:r>
            <a:endParaRPr sz="3500" dirty="0">
              <a:solidFill>
                <a:srgbClr val="F3F3F3"/>
              </a:solidFill>
              <a:latin typeface="Calibri"/>
              <a:ea typeface="Calibri"/>
              <a:cs typeface="Calibri"/>
              <a:sym typeface="Calibri"/>
            </a:endParaRPr>
          </a:p>
        </p:txBody>
      </p:sp>
      <p:sp>
        <p:nvSpPr>
          <p:cNvPr id="423" name="Google Shape;423;p62"/>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62"/>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Evangelho (</a:t>
            </a:r>
            <a:r>
              <a:rPr lang="pt-BR" sz="1600" b="1" dirty="0" err="1">
                <a:solidFill>
                  <a:schemeClr val="tx1"/>
                </a:solidFill>
              </a:rPr>
              <a:t>Lc</a:t>
            </a:r>
            <a:r>
              <a:rPr lang="pt-BR" sz="1600" b="1" dirty="0">
                <a:solidFill>
                  <a:schemeClr val="tx1"/>
                </a:solidFill>
              </a:rPr>
              <a:t> 1,26-38)</a:t>
            </a:r>
          </a:p>
        </p:txBody>
      </p:sp>
      <p:sp>
        <p:nvSpPr>
          <p:cNvPr id="425" name="Google Shape;425;p62"/>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8240593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2"/>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3F3F3"/>
                </a:solidFill>
                <a:latin typeface="Calibri"/>
                <a:ea typeface="Calibri"/>
                <a:cs typeface="Calibri"/>
                <a:sym typeface="Calibri"/>
              </a:rPr>
              <a:t>graça</a:t>
            </a:r>
            <a:r>
              <a:rPr lang="pt-BR" sz="3500" dirty="0">
                <a:solidFill>
                  <a:srgbClr val="F3F3F3"/>
                </a:solidFill>
                <a:latin typeface="Calibri"/>
                <a:ea typeface="Calibri"/>
                <a:cs typeface="Calibri"/>
                <a:sym typeface="Calibri"/>
              </a:rPr>
              <a:t>, o Senhor está contigo!” </a:t>
            </a:r>
            <a:r>
              <a:rPr lang="pt-BR" sz="3500" dirty="0" smtClean="0">
                <a:solidFill>
                  <a:srgbClr val="F3F3F3"/>
                </a:solidFill>
                <a:latin typeface="Calibri"/>
                <a:ea typeface="Calibri"/>
                <a:cs typeface="Calibri"/>
                <a:sym typeface="Calibri"/>
              </a:rPr>
              <a:t>Maria </a:t>
            </a:r>
            <a:r>
              <a:rPr lang="pt-BR" sz="3500" dirty="0">
                <a:solidFill>
                  <a:srgbClr val="F3F3F3"/>
                </a:solidFill>
                <a:latin typeface="Calibri"/>
                <a:ea typeface="Calibri"/>
                <a:cs typeface="Calibri"/>
                <a:sym typeface="Calibri"/>
              </a:rPr>
              <a:t>ficou perturbada com estas palavras e começou a pensar qual seria o significado da saudação. </a:t>
            </a:r>
            <a:r>
              <a:rPr lang="pt-BR" sz="3500" dirty="0" smtClean="0">
                <a:solidFill>
                  <a:srgbClr val="F3F3F3"/>
                </a:solidFill>
                <a:latin typeface="Calibri"/>
                <a:ea typeface="Calibri"/>
                <a:cs typeface="Calibri"/>
                <a:sym typeface="Calibri"/>
              </a:rPr>
              <a:t>O </a:t>
            </a:r>
            <a:r>
              <a:rPr lang="pt-BR" sz="3500" dirty="0">
                <a:solidFill>
                  <a:srgbClr val="F3F3F3"/>
                </a:solidFill>
                <a:latin typeface="Calibri"/>
                <a:ea typeface="Calibri"/>
                <a:cs typeface="Calibri"/>
                <a:sym typeface="Calibri"/>
              </a:rPr>
              <a:t>anjo, então, disse-lhe: “Não tenhas medo, </a:t>
            </a:r>
            <a:r>
              <a:rPr lang="pt-BR" sz="3500" dirty="0" smtClean="0">
                <a:solidFill>
                  <a:srgbClr val="F3F3F3"/>
                </a:solidFill>
                <a:latin typeface="Calibri"/>
                <a:ea typeface="Calibri"/>
                <a:cs typeface="Calibri"/>
                <a:sym typeface="Calibri"/>
              </a:rPr>
              <a:t>Maria, porque </a:t>
            </a:r>
            <a:r>
              <a:rPr lang="pt-BR" sz="3500" dirty="0">
                <a:solidFill>
                  <a:srgbClr val="F3F3F3"/>
                </a:solidFill>
                <a:latin typeface="Calibri"/>
                <a:ea typeface="Calibri"/>
                <a:cs typeface="Calibri"/>
                <a:sym typeface="Calibri"/>
              </a:rPr>
              <a:t>encontraste graça diante de Deus. </a:t>
            </a:r>
            <a:r>
              <a:rPr lang="pt-BR" sz="3500" dirty="0" smtClean="0">
                <a:solidFill>
                  <a:srgbClr val="F3F3F3"/>
                </a:solidFill>
                <a:latin typeface="Calibri"/>
                <a:ea typeface="Calibri"/>
                <a:cs typeface="Calibri"/>
                <a:sym typeface="Calibri"/>
              </a:rPr>
              <a:t>Eis </a:t>
            </a:r>
            <a:r>
              <a:rPr lang="pt-BR" sz="3500" dirty="0">
                <a:solidFill>
                  <a:srgbClr val="F3F3F3"/>
                </a:solidFill>
                <a:latin typeface="Calibri"/>
                <a:ea typeface="Calibri"/>
                <a:cs typeface="Calibri"/>
                <a:sym typeface="Calibri"/>
              </a:rPr>
              <a:t>que conceberás e darás à luz um filho, a quem porás o nome de Jesus. </a:t>
            </a:r>
            <a:r>
              <a:rPr lang="pt-BR" sz="3500" dirty="0" smtClean="0">
                <a:solidFill>
                  <a:srgbClr val="F3F3F3"/>
                </a:solidFill>
                <a:latin typeface="Calibri"/>
                <a:ea typeface="Calibri"/>
                <a:cs typeface="Calibri"/>
                <a:sym typeface="Calibri"/>
              </a:rPr>
              <a:t>Ele será</a:t>
            </a:r>
            <a:endParaRPr sz="3500" dirty="0">
              <a:solidFill>
                <a:srgbClr val="F3F3F3"/>
              </a:solidFill>
              <a:latin typeface="Calibri"/>
              <a:ea typeface="Calibri"/>
              <a:cs typeface="Calibri"/>
              <a:sym typeface="Calibri"/>
            </a:endParaRPr>
          </a:p>
        </p:txBody>
      </p:sp>
      <p:sp>
        <p:nvSpPr>
          <p:cNvPr id="423" name="Google Shape;423;p62"/>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62"/>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Evangelho (</a:t>
            </a:r>
            <a:r>
              <a:rPr lang="pt-BR" sz="1600" b="1" dirty="0" err="1">
                <a:solidFill>
                  <a:schemeClr val="tx1"/>
                </a:solidFill>
              </a:rPr>
              <a:t>Lc</a:t>
            </a:r>
            <a:r>
              <a:rPr lang="pt-BR" sz="1600" b="1" dirty="0">
                <a:solidFill>
                  <a:schemeClr val="tx1"/>
                </a:solidFill>
              </a:rPr>
              <a:t> 1,26-38)</a:t>
            </a:r>
          </a:p>
        </p:txBody>
      </p:sp>
      <p:sp>
        <p:nvSpPr>
          <p:cNvPr id="425" name="Google Shape;425;p62"/>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901385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2"/>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3F3F3"/>
                </a:solidFill>
                <a:latin typeface="Calibri"/>
                <a:ea typeface="Calibri"/>
                <a:cs typeface="Calibri"/>
                <a:sym typeface="Calibri"/>
              </a:rPr>
              <a:t>grande</a:t>
            </a:r>
            <a:r>
              <a:rPr lang="pt-BR" sz="3500" dirty="0">
                <a:solidFill>
                  <a:srgbClr val="F3F3F3"/>
                </a:solidFill>
                <a:latin typeface="Calibri"/>
                <a:ea typeface="Calibri"/>
                <a:cs typeface="Calibri"/>
                <a:sym typeface="Calibri"/>
              </a:rPr>
              <a:t>, será chamado Filho do Altíssimo, e o Senhor Deus lhe dará o trono de seu pai </a:t>
            </a:r>
            <a:r>
              <a:rPr lang="pt-BR" sz="3500" dirty="0" smtClean="0">
                <a:solidFill>
                  <a:srgbClr val="F3F3F3"/>
                </a:solidFill>
                <a:latin typeface="Calibri"/>
                <a:ea typeface="Calibri"/>
                <a:cs typeface="Calibri"/>
                <a:sym typeface="Calibri"/>
              </a:rPr>
              <a:t>Davi. Ele </a:t>
            </a:r>
            <a:r>
              <a:rPr lang="pt-BR" sz="3500" dirty="0">
                <a:solidFill>
                  <a:srgbClr val="F3F3F3"/>
                </a:solidFill>
                <a:latin typeface="Calibri"/>
                <a:ea typeface="Calibri"/>
                <a:cs typeface="Calibri"/>
                <a:sym typeface="Calibri"/>
              </a:rPr>
              <a:t>reinará para sempre sobre </a:t>
            </a:r>
            <a:r>
              <a:rPr lang="pt-BR" sz="3500" dirty="0" smtClean="0">
                <a:solidFill>
                  <a:srgbClr val="F3F3F3"/>
                </a:solidFill>
                <a:latin typeface="Calibri"/>
                <a:ea typeface="Calibri"/>
                <a:cs typeface="Calibri"/>
                <a:sym typeface="Calibri"/>
              </a:rPr>
              <a:t>os descendentes </a:t>
            </a:r>
            <a:r>
              <a:rPr lang="pt-BR" sz="3500" dirty="0">
                <a:solidFill>
                  <a:srgbClr val="F3F3F3"/>
                </a:solidFill>
                <a:latin typeface="Calibri"/>
                <a:ea typeface="Calibri"/>
                <a:cs typeface="Calibri"/>
                <a:sym typeface="Calibri"/>
              </a:rPr>
              <a:t>de Jacó, e o seu reino não terá fim”. </a:t>
            </a:r>
            <a:r>
              <a:rPr lang="pt-BR" sz="3500" dirty="0" smtClean="0">
                <a:solidFill>
                  <a:srgbClr val="F3F3F3"/>
                </a:solidFill>
                <a:latin typeface="Calibri"/>
                <a:ea typeface="Calibri"/>
                <a:cs typeface="Calibri"/>
                <a:sym typeface="Calibri"/>
              </a:rPr>
              <a:t>Maria </a:t>
            </a:r>
            <a:r>
              <a:rPr lang="pt-BR" sz="3500" dirty="0">
                <a:solidFill>
                  <a:srgbClr val="F3F3F3"/>
                </a:solidFill>
                <a:latin typeface="Calibri"/>
                <a:ea typeface="Calibri"/>
                <a:cs typeface="Calibri"/>
                <a:sym typeface="Calibri"/>
              </a:rPr>
              <a:t>perguntou ao anjo: “Como acontecerá isso, se eu não conheço homem algum?” </a:t>
            </a:r>
            <a:r>
              <a:rPr lang="pt-BR" sz="3500" dirty="0" smtClean="0">
                <a:solidFill>
                  <a:srgbClr val="F3F3F3"/>
                </a:solidFill>
                <a:latin typeface="Calibri"/>
                <a:ea typeface="Calibri"/>
                <a:cs typeface="Calibri"/>
                <a:sym typeface="Calibri"/>
              </a:rPr>
              <a:t>O </a:t>
            </a:r>
            <a:r>
              <a:rPr lang="pt-BR" sz="3500" dirty="0">
                <a:solidFill>
                  <a:srgbClr val="F3F3F3"/>
                </a:solidFill>
                <a:latin typeface="Calibri"/>
                <a:ea typeface="Calibri"/>
                <a:cs typeface="Calibri"/>
                <a:sym typeface="Calibri"/>
              </a:rPr>
              <a:t>anjo respondeu</a:t>
            </a:r>
            <a:r>
              <a:rPr lang="pt-BR" sz="3500" dirty="0" smtClean="0">
                <a:solidFill>
                  <a:srgbClr val="F3F3F3"/>
                </a:solidFill>
                <a:latin typeface="Calibri"/>
                <a:ea typeface="Calibri"/>
                <a:cs typeface="Calibri"/>
                <a:sym typeface="Calibri"/>
              </a:rPr>
              <a:t>: “</a:t>
            </a:r>
            <a:r>
              <a:rPr lang="pt-BR" sz="3500" dirty="0">
                <a:solidFill>
                  <a:srgbClr val="F3F3F3"/>
                </a:solidFill>
                <a:latin typeface="Calibri"/>
                <a:ea typeface="Calibri"/>
                <a:cs typeface="Calibri"/>
                <a:sym typeface="Calibri"/>
              </a:rPr>
              <a:t>O Espírito </a:t>
            </a:r>
            <a:r>
              <a:rPr lang="pt-BR" sz="3500" dirty="0" smtClean="0">
                <a:solidFill>
                  <a:srgbClr val="F3F3F3"/>
                </a:solidFill>
                <a:latin typeface="Calibri"/>
                <a:ea typeface="Calibri"/>
                <a:cs typeface="Calibri"/>
                <a:sym typeface="Calibri"/>
              </a:rPr>
              <a:t>virá</a:t>
            </a:r>
            <a:endParaRPr sz="3500" dirty="0">
              <a:solidFill>
                <a:srgbClr val="F3F3F3"/>
              </a:solidFill>
              <a:latin typeface="Calibri"/>
              <a:ea typeface="Calibri"/>
              <a:cs typeface="Calibri"/>
              <a:sym typeface="Calibri"/>
            </a:endParaRPr>
          </a:p>
        </p:txBody>
      </p:sp>
      <p:sp>
        <p:nvSpPr>
          <p:cNvPr id="423" name="Google Shape;423;p62"/>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62"/>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Evangelho (</a:t>
            </a:r>
            <a:r>
              <a:rPr lang="pt-BR" sz="1600" b="1" dirty="0" err="1">
                <a:solidFill>
                  <a:schemeClr val="tx1"/>
                </a:solidFill>
              </a:rPr>
              <a:t>Lc</a:t>
            </a:r>
            <a:r>
              <a:rPr lang="pt-BR" sz="1600" b="1" dirty="0">
                <a:solidFill>
                  <a:schemeClr val="tx1"/>
                </a:solidFill>
              </a:rPr>
              <a:t> 1,26-38)</a:t>
            </a:r>
          </a:p>
        </p:txBody>
      </p:sp>
      <p:sp>
        <p:nvSpPr>
          <p:cNvPr id="425" name="Google Shape;425;p62"/>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588583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2"/>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3F3F3"/>
                </a:solidFill>
                <a:latin typeface="Calibri"/>
                <a:ea typeface="Calibri"/>
                <a:cs typeface="Calibri"/>
                <a:sym typeface="Calibri"/>
              </a:rPr>
              <a:t>sobre </a:t>
            </a:r>
            <a:r>
              <a:rPr lang="pt-BR" sz="3500" dirty="0">
                <a:solidFill>
                  <a:srgbClr val="F3F3F3"/>
                </a:solidFill>
                <a:latin typeface="Calibri"/>
                <a:ea typeface="Calibri"/>
                <a:cs typeface="Calibri"/>
                <a:sym typeface="Calibri"/>
              </a:rPr>
              <a:t>ti, e o poder do Altíssimo te cobrirá com sua sombra. Por isso, o menino que vai nascer será chamado Santo, Filho de Deus. </a:t>
            </a:r>
            <a:r>
              <a:rPr lang="pt-BR" sz="3500" dirty="0" smtClean="0">
                <a:solidFill>
                  <a:srgbClr val="F3F3F3"/>
                </a:solidFill>
                <a:latin typeface="Calibri"/>
                <a:ea typeface="Calibri"/>
                <a:cs typeface="Calibri"/>
                <a:sym typeface="Calibri"/>
              </a:rPr>
              <a:t>Também </a:t>
            </a:r>
            <a:r>
              <a:rPr lang="pt-BR" sz="3500" dirty="0">
                <a:solidFill>
                  <a:srgbClr val="F3F3F3"/>
                </a:solidFill>
                <a:latin typeface="Calibri"/>
                <a:ea typeface="Calibri"/>
                <a:cs typeface="Calibri"/>
                <a:sym typeface="Calibri"/>
              </a:rPr>
              <a:t>Isabel, tua parenta, concebeu um filho na velhice. Este já é o sexto mês daquela que era considerada estéril, </a:t>
            </a:r>
            <a:r>
              <a:rPr lang="pt-BR" sz="3500" dirty="0" smtClean="0">
                <a:solidFill>
                  <a:srgbClr val="F3F3F3"/>
                </a:solidFill>
                <a:latin typeface="Calibri"/>
                <a:ea typeface="Calibri"/>
                <a:cs typeface="Calibri"/>
                <a:sym typeface="Calibri"/>
              </a:rPr>
              <a:t>porque </a:t>
            </a:r>
            <a:r>
              <a:rPr lang="pt-BR" sz="3500" dirty="0">
                <a:solidFill>
                  <a:srgbClr val="F3F3F3"/>
                </a:solidFill>
                <a:latin typeface="Calibri"/>
                <a:ea typeface="Calibri"/>
                <a:cs typeface="Calibri"/>
                <a:sym typeface="Calibri"/>
              </a:rPr>
              <a:t>para Deus nada é impossível”. </a:t>
            </a:r>
            <a:endParaRPr sz="3500" dirty="0">
              <a:solidFill>
                <a:srgbClr val="F3F3F3"/>
              </a:solidFill>
              <a:latin typeface="Calibri"/>
              <a:ea typeface="Calibri"/>
              <a:cs typeface="Calibri"/>
              <a:sym typeface="Calibri"/>
            </a:endParaRPr>
          </a:p>
        </p:txBody>
      </p:sp>
      <p:sp>
        <p:nvSpPr>
          <p:cNvPr id="423" name="Google Shape;423;p62"/>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62"/>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Evangelho (</a:t>
            </a:r>
            <a:r>
              <a:rPr lang="pt-BR" sz="1600" b="1" dirty="0" err="1">
                <a:solidFill>
                  <a:schemeClr val="tx1"/>
                </a:solidFill>
              </a:rPr>
              <a:t>Lc</a:t>
            </a:r>
            <a:r>
              <a:rPr lang="pt-BR" sz="1600" b="1" dirty="0">
                <a:solidFill>
                  <a:schemeClr val="tx1"/>
                </a:solidFill>
              </a:rPr>
              <a:t> 1,26-38)</a:t>
            </a:r>
          </a:p>
        </p:txBody>
      </p:sp>
      <p:sp>
        <p:nvSpPr>
          <p:cNvPr id="425" name="Google Shape;425;p62"/>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03878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2"/>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3F3F3"/>
                </a:solidFill>
                <a:latin typeface="Calibri"/>
                <a:ea typeface="Calibri"/>
                <a:cs typeface="Calibri"/>
                <a:sym typeface="Calibri"/>
              </a:rPr>
              <a:t>Maria, então, disse: “Eis aqui a serva </a:t>
            </a:r>
            <a:r>
              <a:rPr lang="pt-BR" sz="3500" dirty="0" smtClean="0">
                <a:solidFill>
                  <a:srgbClr val="F3F3F3"/>
                </a:solidFill>
                <a:latin typeface="Calibri"/>
                <a:ea typeface="Calibri"/>
                <a:cs typeface="Calibri"/>
                <a:sym typeface="Calibri"/>
              </a:rPr>
              <a:t>do Senhor</a:t>
            </a:r>
            <a:r>
              <a:rPr lang="pt-BR" sz="3500" dirty="0">
                <a:solidFill>
                  <a:srgbClr val="F3F3F3"/>
                </a:solidFill>
                <a:latin typeface="Calibri"/>
                <a:ea typeface="Calibri"/>
                <a:cs typeface="Calibri"/>
                <a:sym typeface="Calibri"/>
              </a:rPr>
              <a:t>; faça-se em mim segundo a </a:t>
            </a:r>
            <a:r>
              <a:rPr lang="pt-BR" sz="3500" dirty="0" smtClean="0">
                <a:solidFill>
                  <a:srgbClr val="F3F3F3"/>
                </a:solidFill>
                <a:latin typeface="Calibri"/>
                <a:ea typeface="Calibri"/>
                <a:cs typeface="Calibri"/>
                <a:sym typeface="Calibri"/>
              </a:rPr>
              <a:t>tua palavra</a:t>
            </a:r>
            <a:r>
              <a:rPr lang="pt-BR" sz="3500" dirty="0">
                <a:solidFill>
                  <a:srgbClr val="F3F3F3"/>
                </a:solidFill>
                <a:latin typeface="Calibri"/>
                <a:ea typeface="Calibri"/>
                <a:cs typeface="Calibri"/>
                <a:sym typeface="Calibri"/>
              </a:rPr>
              <a:t>!” E o anjo </a:t>
            </a:r>
            <a:r>
              <a:rPr lang="pt-BR" sz="3500" dirty="0" smtClean="0">
                <a:solidFill>
                  <a:srgbClr val="F3F3F3"/>
                </a:solidFill>
                <a:latin typeface="Calibri"/>
                <a:ea typeface="Calibri"/>
                <a:cs typeface="Calibri"/>
                <a:sym typeface="Calibri"/>
              </a:rPr>
              <a:t>retirou-se.</a:t>
            </a:r>
          </a:p>
          <a:p>
            <a:pPr marL="0" lvl="0" indent="0">
              <a:lnSpc>
                <a:spcPct val="100000"/>
              </a:lnSpc>
              <a:buNone/>
            </a:pPr>
            <a:r>
              <a:rPr lang="pt-BR" sz="3500" dirty="0" smtClean="0">
                <a:solidFill>
                  <a:srgbClr val="F3F3F3"/>
                </a:solidFill>
                <a:latin typeface="Calibri"/>
                <a:ea typeface="Calibri"/>
                <a:cs typeface="Calibri"/>
                <a:sym typeface="Calibri"/>
              </a:rPr>
              <a:t>Palavra </a:t>
            </a:r>
            <a:r>
              <a:rPr lang="pt-BR" sz="3500" dirty="0">
                <a:solidFill>
                  <a:srgbClr val="F3F3F3"/>
                </a:solidFill>
                <a:latin typeface="Calibri"/>
                <a:ea typeface="Calibri"/>
                <a:cs typeface="Calibri"/>
                <a:sym typeface="Calibri"/>
              </a:rPr>
              <a:t>da Salvação.</a:t>
            </a: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F3F3F3"/>
                </a:solidFill>
                <a:latin typeface="Calibri"/>
                <a:ea typeface="Calibri"/>
                <a:cs typeface="Calibri"/>
                <a:sym typeface="Calibri"/>
              </a:rPr>
              <a:t> </a:t>
            </a:r>
            <a:r>
              <a:rPr lang="pt-BR" sz="3500" b="1" dirty="0">
                <a:solidFill>
                  <a:srgbClr val="F3F3F3"/>
                </a:solidFill>
                <a:latin typeface="Calibri"/>
                <a:ea typeface="Calibri"/>
                <a:cs typeface="Calibri"/>
                <a:sym typeface="Calibri"/>
              </a:rPr>
              <a:t>Glória a vós, Senhor.</a:t>
            </a:r>
            <a:endParaRPr lang="pt-BR" sz="3500" dirty="0">
              <a:solidFill>
                <a:srgbClr val="F3F3F3"/>
              </a:solidFill>
              <a:latin typeface="Calibri"/>
              <a:ea typeface="Calibri"/>
              <a:cs typeface="Calibri"/>
              <a:sym typeface="Calibri"/>
            </a:endParaRPr>
          </a:p>
        </p:txBody>
      </p:sp>
      <p:sp>
        <p:nvSpPr>
          <p:cNvPr id="423" name="Google Shape;423;p62"/>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4" name="Google Shape;424;p62"/>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Evangelho (</a:t>
            </a:r>
            <a:r>
              <a:rPr lang="pt-BR" sz="1600" b="1" dirty="0" err="1">
                <a:solidFill>
                  <a:schemeClr val="tx1"/>
                </a:solidFill>
              </a:rPr>
              <a:t>Lc</a:t>
            </a:r>
            <a:r>
              <a:rPr lang="pt-BR" sz="1600" b="1" dirty="0">
                <a:solidFill>
                  <a:schemeClr val="tx1"/>
                </a:solidFill>
              </a:rPr>
              <a:t> 1,26-38)</a:t>
            </a:r>
          </a:p>
        </p:txBody>
      </p:sp>
      <p:sp>
        <p:nvSpPr>
          <p:cNvPr id="425" name="Google Shape;425;p62"/>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542950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1"/>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7" name="Google Shape;467;p68"/>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8" name="Google Shape;468;p68"/>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Profissão de Fé</a:t>
            </a:r>
            <a:endParaRPr sz="1600" b="1" dirty="0">
              <a:solidFill>
                <a:schemeClr val="tx1"/>
              </a:solidFill>
            </a:endParaRPr>
          </a:p>
        </p:txBody>
      </p:sp>
      <p:sp>
        <p:nvSpPr>
          <p:cNvPr id="469" name="Google Shape;469;p68"/>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
        <p:nvSpPr>
          <p:cNvPr id="8" name="Google Shape;466;p68"/>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smtClean="0">
                <a:solidFill>
                  <a:schemeClr val="accent1"/>
                </a:solidFill>
                <a:latin typeface="Calibri"/>
                <a:ea typeface="Calibri"/>
                <a:cs typeface="Calibri"/>
                <a:sym typeface="Calibri"/>
              </a:rPr>
              <a:t>Profissão de Fé</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a:t>
            </a:r>
            <a:r>
              <a:rPr lang="pt-BR" sz="3500" dirty="0">
                <a:solidFill>
                  <a:srgbClr val="EFEFEF"/>
                </a:solidFill>
                <a:latin typeface="Calibri"/>
                <a:ea typeface="Calibri"/>
                <a:cs typeface="Calibri"/>
                <a:sym typeface="Calibri"/>
              </a:rPr>
              <a:t> Creio em Deus Pai todo-poderoso</a:t>
            </a:r>
            <a:r>
              <a:rPr lang="pt-BR" sz="3500" dirty="0" smtClean="0">
                <a:solidFill>
                  <a:srgbClr val="EFEFEF"/>
                </a:solidFill>
                <a:latin typeface="Calibri"/>
                <a:ea typeface="Calibri"/>
                <a:cs typeface="Calibri"/>
                <a:sym typeface="Calibri"/>
              </a:rPr>
              <a:t>,</a:t>
            </a:r>
            <a:endParaRPr lang="pt-BR" sz="3500" dirty="0">
              <a:solidFill>
                <a:srgbClr val="F3F3F3"/>
              </a:solidFill>
              <a:latin typeface="Calibri"/>
              <a:ea typeface="Calibri"/>
              <a:cs typeface="Calibri"/>
              <a:sym typeface="Calibri"/>
            </a:endParaRPr>
          </a:p>
          <a:p>
            <a:pPr marL="0" lvl="0" indent="0">
              <a:lnSpc>
                <a:spcPct val="100000"/>
              </a:lnSpc>
              <a:spcBef>
                <a:spcPts val="600"/>
              </a:spcBef>
              <a:buNone/>
            </a:pPr>
            <a:r>
              <a:rPr lang="pt-BR" sz="3500" dirty="0" smtClean="0">
                <a:solidFill>
                  <a:schemeClr val="accent1"/>
                </a:solidFill>
                <a:latin typeface="Calibri"/>
                <a:ea typeface="Calibri"/>
                <a:cs typeface="Calibri"/>
                <a:sym typeface="Calibri"/>
              </a:rPr>
              <a:t>T.</a:t>
            </a:r>
            <a:r>
              <a:rPr lang="pt-BR" sz="3500" b="1" dirty="0" smtClean="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criador do céu e da terra. / E em Jesus Cristo, seu único Filho, nosso Senhor, / que foi concebido pelo poder do Espírito Santo; / nasceu da Virgem Maria; / padeceu sob </a:t>
            </a:r>
            <a:r>
              <a:rPr lang="pt-BR" sz="3500" b="1" dirty="0" err="1">
                <a:solidFill>
                  <a:srgbClr val="EFEFEF"/>
                </a:solidFill>
                <a:latin typeface="Calibri"/>
                <a:ea typeface="Calibri"/>
                <a:cs typeface="Calibri"/>
                <a:sym typeface="Calibri"/>
              </a:rPr>
              <a:t>Pôncio</a:t>
            </a:r>
            <a:r>
              <a:rPr lang="pt-BR" sz="3500" b="1" dirty="0">
                <a:solidFill>
                  <a:srgbClr val="EFEFEF"/>
                </a:solidFill>
                <a:latin typeface="Calibri"/>
                <a:ea typeface="Calibri"/>
                <a:cs typeface="Calibri"/>
                <a:sym typeface="Calibri"/>
              </a:rPr>
              <a:t> Pilatos, / foi crucificado, morto </a:t>
            </a:r>
            <a:r>
              <a:rPr lang="pt-BR" sz="3500" b="1" dirty="0" smtClean="0">
                <a:solidFill>
                  <a:srgbClr val="EFEFEF"/>
                </a:solidFill>
                <a:latin typeface="Calibri"/>
                <a:ea typeface="Calibri"/>
                <a:cs typeface="Calibri"/>
                <a:sym typeface="Calibri"/>
              </a:rPr>
              <a:t>e</a:t>
            </a:r>
            <a:endParaRPr sz="3500" b="1" dirty="0">
              <a:solidFill>
                <a:srgbClr val="EFEFEF"/>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7" name="Google Shape;467;p68"/>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8" name="Google Shape;468;p68"/>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Profissão de Fé</a:t>
            </a:r>
            <a:endParaRPr sz="1600" b="1" dirty="0">
              <a:solidFill>
                <a:schemeClr val="tx1"/>
              </a:solidFill>
            </a:endParaRPr>
          </a:p>
        </p:txBody>
      </p:sp>
      <p:sp>
        <p:nvSpPr>
          <p:cNvPr id="469" name="Google Shape;469;p68"/>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
        <p:nvSpPr>
          <p:cNvPr id="7" name="Google Shape;474;p69"/>
          <p:cNvSpPr txBox="1">
            <a:spLocks noGrp="1"/>
          </p:cNvSpPr>
          <p:nvPr>
            <p:ph type="body" idx="1"/>
          </p:nvPr>
        </p:nvSpPr>
        <p:spPr>
          <a:xfrm>
            <a:off x="252000" y="566270"/>
            <a:ext cx="8892000" cy="3960000"/>
          </a:xfrm>
          <a:prstGeom prst="rect">
            <a:avLst/>
          </a:prstGeom>
          <a:ln>
            <a:noFill/>
          </a:ln>
        </p:spPr>
        <p:txBody>
          <a:bodyPr spcFirstLastPara="1" wrap="square" lIns="91425" tIns="91425" rIns="91425" bIns="91425" anchor="t" anchorCtr="0">
            <a:noAutofit/>
          </a:bodyPr>
          <a:lstStyle/>
          <a:p>
            <a:pPr marL="0" indent="0">
              <a:lnSpc>
                <a:spcPct val="100000"/>
              </a:lnSpc>
              <a:spcAft>
                <a:spcPts val="1600"/>
              </a:spcAft>
              <a:buNone/>
            </a:pPr>
            <a:r>
              <a:rPr lang="pt-BR" sz="3500" b="1" dirty="0">
                <a:solidFill>
                  <a:srgbClr val="EFEFEF"/>
                </a:solidFill>
                <a:latin typeface="Calibri"/>
                <a:ea typeface="Calibri"/>
                <a:cs typeface="Calibri"/>
                <a:sym typeface="Calibri"/>
              </a:rPr>
              <a:t>sepultado. / Desceu à mansão dos mortos; </a:t>
            </a:r>
            <a:r>
              <a:rPr lang="pt-BR" sz="3500" b="1" dirty="0" smtClean="0">
                <a:solidFill>
                  <a:srgbClr val="EFEFEF"/>
                </a:solidFill>
                <a:latin typeface="Calibri"/>
                <a:ea typeface="Calibri"/>
                <a:cs typeface="Calibri"/>
                <a:sym typeface="Calibri"/>
              </a:rPr>
              <a:t>/ ressuscitou </a:t>
            </a:r>
            <a:r>
              <a:rPr lang="pt-BR" sz="3500" b="1" dirty="0">
                <a:solidFill>
                  <a:srgbClr val="EFEFEF"/>
                </a:solidFill>
                <a:latin typeface="Calibri"/>
                <a:ea typeface="Calibri"/>
                <a:cs typeface="Calibri"/>
                <a:sym typeface="Calibri"/>
              </a:rPr>
              <a:t>ao terceiro dia; / subiu aos céus; / está sentado à direita de Deus Pai todo- poderoso, / donde há de vir a julgar os vivos e os mortos. / Creio no Espírito Santo; / na Santa Igreja Católica; / na comunhão dos santos; / na remissão dos pecados; / na ressurreição da carne; / na vida eterna. / Amém.</a:t>
            </a:r>
            <a:endParaRPr sz="3500" b="1" dirty="0">
              <a:solidFill>
                <a:schemeClr val="accent1"/>
              </a:solidFill>
              <a:latin typeface="Calibri"/>
              <a:ea typeface="Calibri"/>
              <a:cs typeface="Calibri"/>
              <a:sym typeface="Calibri"/>
            </a:endParaRPr>
          </a:p>
        </p:txBody>
      </p:sp>
    </p:spTree>
    <p:extLst>
      <p:ext uri="{BB962C8B-B14F-4D97-AF65-F5344CB8AC3E}">
        <p14:creationId xmlns:p14="http://schemas.microsoft.com/office/powerpoint/2010/main" val="36905632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3" name="Google Shape;483;p7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4" name="Google Shape;484;p7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da Palavra - Preces da Comunidade</a:t>
            </a:r>
            <a:endParaRPr sz="1600" b="1" dirty="0">
              <a:solidFill>
                <a:schemeClr val="tx1"/>
              </a:solidFill>
            </a:endParaRPr>
          </a:p>
        </p:txBody>
      </p:sp>
      <p:sp>
        <p:nvSpPr>
          <p:cNvPr id="485" name="Google Shape;485;p7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
        <p:nvSpPr>
          <p:cNvPr id="8" name="Google Shape;466;p68"/>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a:solidFill>
                  <a:schemeClr val="accent1"/>
                </a:solidFill>
                <a:latin typeface="Calibri"/>
                <a:ea typeface="Calibri"/>
                <a:cs typeface="Calibri"/>
                <a:sym typeface="Calibri"/>
              </a:rPr>
              <a:t>Preces da Comunidade</a:t>
            </a:r>
            <a:endParaRPr lang="pt-BR" sz="3500" b="1" dirty="0" smtClean="0">
              <a:solidFill>
                <a:schemeClr val="accent1"/>
              </a:solidFill>
              <a:latin typeface="Calibri"/>
              <a:ea typeface="Calibri"/>
              <a:cs typeface="Calibri"/>
              <a:sym typeface="Calibri"/>
            </a:endParaRPr>
          </a:p>
          <a:p>
            <a:pPr marL="0" lvl="0" indent="0">
              <a:lnSpc>
                <a:spcPct val="100000"/>
              </a:lnSpc>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a:t>
            </a:r>
            <a:r>
              <a:rPr lang="pt-BR" sz="3500" dirty="0">
                <a:solidFill>
                  <a:srgbClr val="EFEFEF"/>
                </a:solidFill>
                <a:latin typeface="Calibri"/>
                <a:ea typeface="Calibri"/>
                <a:cs typeface="Calibri"/>
                <a:sym typeface="Calibri"/>
              </a:rPr>
              <a:t> Irmãos e irmãs caríssimos, bendigamos </a:t>
            </a:r>
            <a:r>
              <a:rPr lang="pt-BR" sz="3500" dirty="0" smtClean="0">
                <a:solidFill>
                  <a:srgbClr val="EFEFEF"/>
                </a:solidFill>
                <a:latin typeface="Calibri"/>
                <a:ea typeface="Calibri"/>
                <a:cs typeface="Calibri"/>
                <a:sym typeface="Calibri"/>
              </a:rPr>
              <a:t>a Deus </a:t>
            </a:r>
            <a:r>
              <a:rPr lang="pt-BR" sz="3500" dirty="0">
                <a:solidFill>
                  <a:srgbClr val="EFEFEF"/>
                </a:solidFill>
                <a:latin typeface="Calibri"/>
                <a:ea typeface="Calibri"/>
                <a:cs typeface="Calibri"/>
                <a:sym typeface="Calibri"/>
              </a:rPr>
              <a:t>que nos enviou a grande </a:t>
            </a:r>
            <a:r>
              <a:rPr lang="pt-BR" sz="3500" dirty="0" smtClean="0">
                <a:solidFill>
                  <a:srgbClr val="EFEFEF"/>
                </a:solidFill>
                <a:latin typeface="Calibri"/>
                <a:ea typeface="Calibri"/>
                <a:cs typeface="Calibri"/>
                <a:sym typeface="Calibri"/>
              </a:rPr>
              <a:t>bênção prometida </a:t>
            </a:r>
            <a:r>
              <a:rPr lang="pt-BR" sz="3500" dirty="0">
                <a:solidFill>
                  <a:srgbClr val="EFEFEF"/>
                </a:solidFill>
                <a:latin typeface="Calibri"/>
                <a:ea typeface="Calibri"/>
                <a:cs typeface="Calibri"/>
                <a:sym typeface="Calibri"/>
              </a:rPr>
              <a:t>a nossos pais, por intercessão </a:t>
            </a:r>
            <a:r>
              <a:rPr lang="pt-BR" sz="3500" dirty="0" smtClean="0">
                <a:solidFill>
                  <a:srgbClr val="EFEFEF"/>
                </a:solidFill>
                <a:latin typeface="Calibri"/>
                <a:ea typeface="Calibri"/>
                <a:cs typeface="Calibri"/>
                <a:sym typeface="Calibri"/>
              </a:rPr>
              <a:t>da Virgem </a:t>
            </a:r>
            <a:r>
              <a:rPr lang="pt-BR" sz="3500" dirty="0">
                <a:solidFill>
                  <a:srgbClr val="EFEFEF"/>
                </a:solidFill>
                <a:latin typeface="Calibri"/>
                <a:ea typeface="Calibri"/>
                <a:cs typeface="Calibri"/>
                <a:sym typeface="Calibri"/>
              </a:rPr>
              <a:t>Imaculada, </a:t>
            </a:r>
            <a:r>
              <a:rPr lang="pt-BR" sz="3500" dirty="0" smtClean="0">
                <a:solidFill>
                  <a:srgbClr val="EFEFEF"/>
                </a:solidFill>
                <a:latin typeface="Calibri"/>
                <a:ea typeface="Calibri"/>
                <a:cs typeface="Calibri"/>
                <a:sym typeface="Calibri"/>
              </a:rPr>
              <a:t>dizendo:</a:t>
            </a:r>
            <a:endParaRPr lang="pt-BR" sz="3500" dirty="0">
              <a:solidFill>
                <a:srgbClr val="F3F3F3"/>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 </a:t>
            </a:r>
            <a:r>
              <a:rPr lang="pt-BR" sz="3500" b="1" dirty="0">
                <a:solidFill>
                  <a:srgbClr val="EFEFEF"/>
                </a:solidFill>
                <a:latin typeface="Calibri"/>
                <a:ea typeface="Calibri"/>
                <a:cs typeface="Calibri"/>
                <a:sym typeface="Calibri"/>
              </a:rPr>
              <a:t>Senhor escutai a nossa prece.</a:t>
            </a:r>
            <a:endParaRPr sz="3500" b="1" dirty="0">
              <a:solidFill>
                <a:srgbClr val="EFEFEF"/>
              </a:solidFill>
              <a:latin typeface="Calibri"/>
              <a:ea typeface="Calibri"/>
              <a:cs typeface="Calibri"/>
              <a:sym typeface="Calibri"/>
            </a:endParaRPr>
          </a:p>
        </p:txBody>
      </p:sp>
    </p:spTree>
    <p:extLst>
      <p:ext uri="{BB962C8B-B14F-4D97-AF65-F5344CB8AC3E}">
        <p14:creationId xmlns:p14="http://schemas.microsoft.com/office/powerpoint/2010/main" val="10527499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1.</a:t>
            </a:r>
            <a:r>
              <a:rPr lang="pt-BR" sz="3500" dirty="0">
                <a:solidFill>
                  <a:srgbClr val="EFEFEF"/>
                </a:solidFill>
                <a:latin typeface="Calibri"/>
                <a:ea typeface="Calibri"/>
                <a:cs typeface="Calibri"/>
                <a:sym typeface="Calibri"/>
              </a:rPr>
              <a:t> Pela Igreja, presente em toda a terra, para que não se deixe enganar pelo demônio, mas seja sempre a esposa de Cristo, santa e imaculada, rezemos:</a:t>
            </a:r>
            <a:endParaRPr lang="pt-BR" sz="3500" dirty="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a:solidFill>
                  <a:srgbClr val="EFEFEF"/>
                </a:solidFill>
                <a:latin typeface="Calibri"/>
                <a:ea typeface="Calibri"/>
                <a:cs typeface="Calibri"/>
                <a:sym typeface="Calibri"/>
              </a:rPr>
              <a:t>Senhor escutai a nossa prece.</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2.</a:t>
            </a:r>
            <a:r>
              <a:rPr lang="pt-BR" sz="3500" dirty="0" smtClean="0">
                <a:solidFill>
                  <a:srgbClr val="EFEFEF"/>
                </a:solidFill>
                <a:latin typeface="Calibri"/>
                <a:ea typeface="Calibri"/>
                <a:cs typeface="Calibri"/>
                <a:sym typeface="Calibri"/>
              </a:rPr>
              <a:t> </a:t>
            </a:r>
            <a:r>
              <a:rPr lang="pt-BR" sz="3500" dirty="0">
                <a:solidFill>
                  <a:srgbClr val="EFEFEF"/>
                </a:solidFill>
                <a:latin typeface="Calibri"/>
                <a:ea typeface="Calibri"/>
                <a:cs typeface="Calibri"/>
                <a:sym typeface="Calibri"/>
              </a:rPr>
              <a:t>Pelo Papa Francisco, o nosso Arcebispo Dom </a:t>
            </a:r>
            <a:r>
              <a:rPr lang="pt-BR" sz="3500" dirty="0" err="1">
                <a:solidFill>
                  <a:srgbClr val="EFEFEF"/>
                </a:solidFill>
                <a:latin typeface="Calibri"/>
                <a:ea typeface="Calibri"/>
                <a:cs typeface="Calibri"/>
                <a:sym typeface="Calibri"/>
              </a:rPr>
              <a:t>Orani</a:t>
            </a:r>
            <a:r>
              <a:rPr lang="pt-BR" sz="3500" dirty="0">
                <a:solidFill>
                  <a:srgbClr val="EFEFEF"/>
                </a:solidFill>
                <a:latin typeface="Calibri"/>
                <a:ea typeface="Calibri"/>
                <a:cs typeface="Calibri"/>
                <a:sym typeface="Calibri"/>
              </a:rPr>
              <a:t>, e todo o Clero, para que a Virgem Imaculada os acompanhe e os inspire no ministério, rezemos:</a:t>
            </a:r>
            <a:endParaRPr lang="pt-BR" sz="3500" dirty="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a:solidFill>
                  <a:srgbClr val="EFEFEF"/>
                </a:solidFill>
                <a:latin typeface="Calibri"/>
                <a:ea typeface="Calibri"/>
                <a:cs typeface="Calibri"/>
                <a:sym typeface="Calibri"/>
              </a:rPr>
              <a:t>Senhor escutai a nossa prece.</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637623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3.</a:t>
            </a:r>
            <a:r>
              <a:rPr lang="pt-BR" sz="3500" dirty="0" smtClean="0">
                <a:solidFill>
                  <a:srgbClr val="EFEFEF"/>
                </a:solidFill>
                <a:latin typeface="Calibri"/>
                <a:ea typeface="Calibri"/>
                <a:cs typeface="Calibri"/>
                <a:sym typeface="Calibri"/>
              </a:rPr>
              <a:t> </a:t>
            </a:r>
            <a:r>
              <a:rPr lang="pt-BR" sz="3500" dirty="0">
                <a:solidFill>
                  <a:srgbClr val="EFEFEF"/>
                </a:solidFill>
                <a:latin typeface="Calibri"/>
                <a:ea typeface="Calibri"/>
                <a:cs typeface="Calibri"/>
                <a:sym typeface="Calibri"/>
              </a:rPr>
              <a:t>Pelos governantes e autoridades da nossa terra, para que pensem sobretudo nos mais pobres e sirvam ao bem comum dos cidadãos, rezemos:</a:t>
            </a:r>
            <a:endParaRPr lang="pt-BR" sz="3500" dirty="0" smtClean="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smtClean="0">
                <a:solidFill>
                  <a:srgbClr val="EFEFEF"/>
                </a:solidFill>
                <a:latin typeface="Calibri"/>
                <a:ea typeface="Calibri"/>
                <a:cs typeface="Calibri"/>
                <a:sym typeface="Calibri"/>
              </a:rPr>
              <a:t>Senhor escutai a nossa prece.</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3789982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4.</a:t>
            </a:r>
            <a:r>
              <a:rPr lang="pt-BR" sz="3500" dirty="0" smtClean="0">
                <a:solidFill>
                  <a:srgbClr val="EFEFEF"/>
                </a:solidFill>
                <a:latin typeface="Calibri"/>
                <a:ea typeface="Calibri"/>
                <a:cs typeface="Calibri"/>
                <a:sym typeface="Calibri"/>
              </a:rPr>
              <a:t> </a:t>
            </a:r>
            <a:r>
              <a:rPr lang="pt-BR" sz="3500" dirty="0">
                <a:solidFill>
                  <a:srgbClr val="EFEFEF"/>
                </a:solidFill>
                <a:latin typeface="Calibri"/>
                <a:ea typeface="Calibri"/>
                <a:cs typeface="Calibri"/>
                <a:sym typeface="Calibri"/>
              </a:rPr>
              <a:t>Pelas mulheres que estão para dar à luz, para que saibam acolher e agradecer o dom da vida que Deus entrega em suas mãos, rezemos:</a:t>
            </a:r>
            <a:endParaRPr lang="pt-BR" sz="3500" dirty="0" smtClean="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smtClean="0">
                <a:solidFill>
                  <a:srgbClr val="EFEFEF"/>
                </a:solidFill>
                <a:latin typeface="Calibri"/>
                <a:ea typeface="Calibri"/>
                <a:cs typeface="Calibri"/>
                <a:sym typeface="Calibri"/>
              </a:rPr>
              <a:t>Senhor escutai a nossa prece.</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208745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5.</a:t>
            </a:r>
            <a:r>
              <a:rPr lang="pt-BR" sz="3500" dirty="0" smtClean="0">
                <a:solidFill>
                  <a:srgbClr val="EFEFEF"/>
                </a:solidFill>
                <a:latin typeface="Calibri"/>
                <a:ea typeface="Calibri"/>
                <a:cs typeface="Calibri"/>
                <a:sym typeface="Calibri"/>
              </a:rPr>
              <a:t> </a:t>
            </a:r>
            <a:r>
              <a:rPr lang="pt-BR" sz="3500" dirty="0">
                <a:solidFill>
                  <a:srgbClr val="EFEFEF"/>
                </a:solidFill>
                <a:latin typeface="Calibri"/>
                <a:ea typeface="Calibri"/>
                <a:cs typeface="Calibri"/>
                <a:sym typeface="Calibri"/>
              </a:rPr>
              <a:t>Pela nossa comunidade, para que encontre na solidariedade da Virgem Maria um fecundo exemplo de obediência, alegria, humildade e serviço, rezemos:</a:t>
            </a:r>
            <a:endParaRPr lang="pt-BR" sz="3500" dirty="0" smtClean="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smtClean="0">
                <a:solidFill>
                  <a:srgbClr val="EFEFEF"/>
                </a:solidFill>
                <a:latin typeface="Calibri"/>
                <a:ea typeface="Calibri"/>
                <a:cs typeface="Calibri"/>
                <a:sym typeface="Calibri"/>
              </a:rPr>
              <a:t>Senhor escutai a nossa prece.</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1191210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Outras preces...</a:t>
            </a:r>
            <a:endParaRPr lang="pt-BR" sz="3500" dirty="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a:solidFill>
                  <a:srgbClr val="EFEFEF"/>
                </a:solidFill>
                <a:latin typeface="Calibri"/>
                <a:ea typeface="Calibri"/>
                <a:cs typeface="Calibri"/>
                <a:sym typeface="Calibri"/>
              </a:rPr>
              <a:t>Senhor escutai a nossa prece.</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775960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71"/>
          <p:cNvSpPr txBox="1">
            <a:spLocks noGrp="1"/>
          </p:cNvSpPr>
          <p:nvPr>
            <p:ph type="body" idx="1"/>
          </p:nvPr>
        </p:nvSpPr>
        <p:spPr>
          <a:xfrm>
            <a:off x="252000" y="771750"/>
            <a:ext cx="8892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a:t>
            </a:r>
            <a:r>
              <a:rPr lang="pt-BR" sz="3500" dirty="0" smtClean="0">
                <a:solidFill>
                  <a:srgbClr val="EFEFEF"/>
                </a:solidFill>
                <a:latin typeface="Calibri"/>
                <a:ea typeface="Calibri"/>
                <a:cs typeface="Calibri"/>
                <a:sym typeface="Calibri"/>
              </a:rPr>
              <a:t> </a:t>
            </a:r>
            <a:r>
              <a:rPr lang="pt-BR" sz="3500" dirty="0">
                <a:solidFill>
                  <a:srgbClr val="EFEFEF"/>
                </a:solidFill>
                <a:latin typeface="Calibri"/>
                <a:ea typeface="Calibri"/>
                <a:cs typeface="Calibri"/>
                <a:sym typeface="Calibri"/>
              </a:rPr>
              <a:t>Senhor, nosso Deus e nosso Pai, </a:t>
            </a:r>
            <a:r>
              <a:rPr lang="pt-BR" sz="3500" dirty="0" smtClean="0">
                <a:solidFill>
                  <a:srgbClr val="EFEFEF"/>
                </a:solidFill>
                <a:latin typeface="Calibri"/>
                <a:ea typeface="Calibri"/>
                <a:cs typeface="Calibri"/>
                <a:sym typeface="Calibri"/>
              </a:rPr>
              <a:t>que convocastes </a:t>
            </a:r>
            <a:r>
              <a:rPr lang="pt-BR" sz="3500" dirty="0">
                <a:solidFill>
                  <a:srgbClr val="EFEFEF"/>
                </a:solidFill>
                <a:latin typeface="Calibri"/>
                <a:ea typeface="Calibri"/>
                <a:cs typeface="Calibri"/>
                <a:sym typeface="Calibri"/>
              </a:rPr>
              <a:t>e reunistes estes vossos </a:t>
            </a:r>
            <a:r>
              <a:rPr lang="pt-BR" sz="3500" dirty="0" smtClean="0">
                <a:solidFill>
                  <a:srgbClr val="EFEFEF"/>
                </a:solidFill>
                <a:latin typeface="Calibri"/>
                <a:ea typeface="Calibri"/>
                <a:cs typeface="Calibri"/>
                <a:sym typeface="Calibri"/>
              </a:rPr>
              <a:t>filhos para </a:t>
            </a:r>
            <a:r>
              <a:rPr lang="pt-BR" sz="3500" dirty="0">
                <a:solidFill>
                  <a:srgbClr val="EFEFEF"/>
                </a:solidFill>
                <a:latin typeface="Calibri"/>
                <a:ea typeface="Calibri"/>
                <a:cs typeface="Calibri"/>
                <a:sym typeface="Calibri"/>
              </a:rPr>
              <a:t>celebrarem os louvores da </a:t>
            </a:r>
            <a:r>
              <a:rPr lang="pt-BR" sz="3500" dirty="0" smtClean="0">
                <a:solidFill>
                  <a:srgbClr val="EFEFEF"/>
                </a:solidFill>
                <a:latin typeface="Calibri"/>
                <a:ea typeface="Calibri"/>
                <a:cs typeface="Calibri"/>
                <a:sym typeface="Calibri"/>
              </a:rPr>
              <a:t>Virgem Imaculada</a:t>
            </a:r>
            <a:r>
              <a:rPr lang="pt-BR" sz="3500" dirty="0">
                <a:solidFill>
                  <a:srgbClr val="EFEFEF"/>
                </a:solidFill>
                <a:latin typeface="Calibri"/>
                <a:ea typeface="Calibri"/>
                <a:cs typeface="Calibri"/>
                <a:sym typeface="Calibri"/>
              </a:rPr>
              <a:t>, fazei que, olhando para </a:t>
            </a:r>
            <a:r>
              <a:rPr lang="pt-BR" sz="3500" dirty="0" smtClean="0">
                <a:solidFill>
                  <a:srgbClr val="EFEFEF"/>
                </a:solidFill>
                <a:latin typeface="Calibri"/>
                <a:ea typeface="Calibri"/>
                <a:cs typeface="Calibri"/>
                <a:sym typeface="Calibri"/>
              </a:rPr>
              <a:t>Ela, aprendam </a:t>
            </a:r>
            <a:r>
              <a:rPr lang="pt-BR" sz="3500" dirty="0">
                <a:solidFill>
                  <a:srgbClr val="EFEFEF"/>
                </a:solidFill>
                <a:latin typeface="Calibri"/>
                <a:ea typeface="Calibri"/>
                <a:cs typeface="Calibri"/>
                <a:sym typeface="Calibri"/>
              </a:rPr>
              <a:t>a imitá-la e a progredir </a:t>
            </a:r>
            <a:r>
              <a:rPr lang="pt-BR" sz="3500" dirty="0" smtClean="0">
                <a:solidFill>
                  <a:srgbClr val="EFEFEF"/>
                </a:solidFill>
                <a:latin typeface="Calibri"/>
                <a:ea typeface="Calibri"/>
                <a:cs typeface="Calibri"/>
                <a:sym typeface="Calibri"/>
              </a:rPr>
              <a:t>na santidade.</a:t>
            </a:r>
          </a:p>
          <a:p>
            <a:pPr marL="0" lvl="0" indent="0">
              <a:lnSpc>
                <a:spcPct val="100000"/>
              </a:lnSpc>
              <a:buNone/>
            </a:pPr>
            <a:r>
              <a:rPr lang="pt-BR" sz="3500" dirty="0" smtClean="0">
                <a:solidFill>
                  <a:srgbClr val="EFEFEF"/>
                </a:solidFill>
                <a:latin typeface="Calibri"/>
                <a:ea typeface="Calibri"/>
                <a:cs typeface="Calibri"/>
                <a:sym typeface="Calibri"/>
              </a:rPr>
              <a:t>Por </a:t>
            </a:r>
            <a:r>
              <a:rPr lang="pt-BR" sz="3500" dirty="0">
                <a:solidFill>
                  <a:srgbClr val="EFEFEF"/>
                </a:solidFill>
                <a:latin typeface="Calibri"/>
                <a:ea typeface="Calibri"/>
                <a:cs typeface="Calibri"/>
                <a:sym typeface="Calibri"/>
              </a:rPr>
              <a:t>Cristo, nosso Senhor.</a:t>
            </a:r>
            <a:endParaRPr lang="pt-BR" sz="3500" dirty="0">
              <a:solidFill>
                <a:srgbClr val="F3F3F3"/>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 </a:t>
            </a:r>
            <a:r>
              <a:rPr lang="pt-BR" sz="3500" b="1" dirty="0" smtClean="0">
                <a:solidFill>
                  <a:srgbClr val="EFEFEF"/>
                </a:solidFill>
                <a:latin typeface="Calibri"/>
                <a:ea typeface="Calibri"/>
                <a:cs typeface="Calibri"/>
                <a:sym typeface="Calibri"/>
              </a:rPr>
              <a:t>Amém.</a:t>
            </a:r>
            <a:endParaRPr sz="3500" dirty="0">
              <a:solidFill>
                <a:srgbClr val="EFEFEF"/>
              </a:solidFill>
              <a:latin typeface="Calibri"/>
              <a:ea typeface="Calibri"/>
              <a:cs typeface="Calibri"/>
              <a:sym typeface="Calibri"/>
            </a:endParaRPr>
          </a:p>
        </p:txBody>
      </p:sp>
      <p:sp>
        <p:nvSpPr>
          <p:cNvPr id="491" name="Google Shape;491;p7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7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da Palavra - Preces da Comunidade</a:t>
            </a:r>
            <a:endParaRPr sz="1600" b="1" dirty="0">
              <a:solidFill>
                <a:schemeClr val="tx1"/>
              </a:solidFill>
            </a:endParaRPr>
          </a:p>
        </p:txBody>
      </p:sp>
      <p:sp>
        <p:nvSpPr>
          <p:cNvPr id="493" name="Google Shape;493;p7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4217088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7"/>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78"/>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 </a:t>
            </a:r>
            <a:r>
              <a:rPr lang="pt-BR" sz="3500" dirty="0">
                <a:solidFill>
                  <a:srgbClr val="EFEFEF"/>
                </a:solidFill>
                <a:latin typeface="Calibri"/>
                <a:ea typeface="Calibri"/>
                <a:cs typeface="Calibri"/>
                <a:sym typeface="Calibri"/>
              </a:rPr>
              <a:t>Orai, irmãos e irmãs, para que esta nossa família, reunida em nome de Cristo, possa oferecer um sacrifício que seja aceito por Deus Pai </a:t>
            </a:r>
            <a:r>
              <a:rPr lang="pt-BR" sz="3500" dirty="0" smtClean="0">
                <a:solidFill>
                  <a:srgbClr val="EFEFEF"/>
                </a:solidFill>
                <a:latin typeface="Calibri"/>
                <a:ea typeface="Calibri"/>
                <a:cs typeface="Calibri"/>
                <a:sym typeface="Calibri"/>
              </a:rPr>
              <a:t>todo-poderoso.</a:t>
            </a:r>
            <a:endParaRPr sz="3500" dirty="0" smtClean="0">
              <a:solidFill>
                <a:srgbClr val="EFEFEF"/>
              </a:solidFill>
              <a:latin typeface="Calibri"/>
              <a:ea typeface="Calibri"/>
              <a:cs typeface="Calibri"/>
              <a:sym typeface="Calibri"/>
            </a:endParaRPr>
          </a:p>
          <a:p>
            <a:pPr marL="0" lvl="0" indent="0">
              <a:lnSpc>
                <a:spcPct val="100000"/>
              </a:lnSpc>
              <a:spcBef>
                <a:spcPts val="1600"/>
              </a:spcBef>
              <a:buClr>
                <a:schemeClr val="dk1"/>
              </a:buClr>
              <a:buSzPts val="1100"/>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 </a:t>
            </a:r>
            <a:r>
              <a:rPr lang="pt-BR" sz="3500" b="1" dirty="0">
                <a:solidFill>
                  <a:srgbClr val="EFEFEF"/>
                </a:solidFill>
                <a:latin typeface="Calibri"/>
                <a:ea typeface="Calibri"/>
                <a:cs typeface="Calibri"/>
                <a:sym typeface="Calibri"/>
              </a:rPr>
              <a:t>Receba o Senhor por tuas mãos </a:t>
            </a:r>
            <a:r>
              <a:rPr lang="pt-BR" sz="3500" b="1" dirty="0" smtClean="0">
                <a:solidFill>
                  <a:srgbClr val="EFEFEF"/>
                </a:solidFill>
                <a:latin typeface="Calibri"/>
                <a:ea typeface="Calibri"/>
                <a:cs typeface="Calibri"/>
                <a:sym typeface="Calibri"/>
              </a:rPr>
              <a:t>este sacrifício</a:t>
            </a:r>
            <a:r>
              <a:rPr lang="pt-BR" sz="3500" b="1" dirty="0">
                <a:solidFill>
                  <a:srgbClr val="EFEFEF"/>
                </a:solidFill>
                <a:latin typeface="Calibri"/>
                <a:ea typeface="Calibri"/>
                <a:cs typeface="Calibri"/>
                <a:sym typeface="Calibri"/>
              </a:rPr>
              <a:t>, para glória do seu </a:t>
            </a:r>
            <a:r>
              <a:rPr lang="pt-BR" sz="3500" b="1" dirty="0" smtClean="0">
                <a:solidFill>
                  <a:srgbClr val="EFEFEF"/>
                </a:solidFill>
                <a:latin typeface="Calibri"/>
                <a:ea typeface="Calibri"/>
                <a:cs typeface="Calibri"/>
                <a:sym typeface="Calibri"/>
              </a:rPr>
              <a:t>nome, para </a:t>
            </a:r>
            <a:r>
              <a:rPr lang="pt-BR" sz="3500" b="1" dirty="0">
                <a:solidFill>
                  <a:srgbClr val="EFEFEF"/>
                </a:solidFill>
                <a:latin typeface="Calibri"/>
                <a:ea typeface="Calibri"/>
                <a:cs typeface="Calibri"/>
                <a:sym typeface="Calibri"/>
              </a:rPr>
              <a:t>nosso bem e de toda a santa Igreja</a:t>
            </a:r>
            <a:r>
              <a:rPr lang="pt-BR" sz="3500" b="1" dirty="0" smtClean="0">
                <a:solidFill>
                  <a:srgbClr val="EFEFEF"/>
                </a:solidFill>
                <a:latin typeface="Calibri"/>
                <a:ea typeface="Calibri"/>
                <a:cs typeface="Calibri"/>
                <a:sym typeface="Calibri"/>
              </a:rPr>
              <a:t>.</a:t>
            </a:r>
            <a:endParaRPr sz="3500" b="1" dirty="0">
              <a:solidFill>
                <a:srgbClr val="EFEFEF"/>
              </a:solidFill>
              <a:latin typeface="Calibri"/>
              <a:ea typeface="Calibri"/>
              <a:cs typeface="Calibri"/>
              <a:sym typeface="Calibri"/>
            </a:endParaRPr>
          </a:p>
        </p:txBody>
      </p:sp>
      <p:sp>
        <p:nvSpPr>
          <p:cNvPr id="543" name="Google Shape;543;p78"/>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4" name="Google Shape;544;p78"/>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smtClean="0">
                <a:solidFill>
                  <a:schemeClr val="tx1"/>
                </a:solidFill>
              </a:rPr>
              <a:t>Liturgia Eucarística </a:t>
            </a:r>
            <a:r>
              <a:rPr lang="pt-BR" sz="1600" b="1" dirty="0">
                <a:solidFill>
                  <a:schemeClr val="tx1"/>
                </a:solidFill>
              </a:rPr>
              <a:t>- Convite à Oração</a:t>
            </a:r>
            <a:endParaRPr sz="1600" b="1" dirty="0">
              <a:solidFill>
                <a:schemeClr val="tx1"/>
              </a:solidFill>
            </a:endParaRPr>
          </a:p>
        </p:txBody>
      </p:sp>
      <p:sp>
        <p:nvSpPr>
          <p:cNvPr id="545" name="Google Shape;545;p78"/>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79"/>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 </a:t>
            </a:r>
            <a:r>
              <a:rPr lang="pt-BR" sz="3500" dirty="0">
                <a:solidFill>
                  <a:srgbClr val="EFEFEF"/>
                </a:solidFill>
                <a:latin typeface="Calibri"/>
                <a:ea typeface="Calibri"/>
                <a:cs typeface="Calibri"/>
                <a:sym typeface="Calibri"/>
              </a:rPr>
              <a:t>Acolhei, ó Deus, o sacrifício da salvação que vos oferecemos na festa da Virgem Maria, concebida sem o pecado original; e, </a:t>
            </a:r>
            <a:r>
              <a:rPr lang="pt-BR" sz="3500" dirty="0" smtClean="0">
                <a:solidFill>
                  <a:srgbClr val="EFEFEF"/>
                </a:solidFill>
                <a:latin typeface="Calibri"/>
                <a:ea typeface="Calibri"/>
                <a:cs typeface="Calibri"/>
                <a:sym typeface="Calibri"/>
              </a:rPr>
              <a:t>ao proclamarmos </a:t>
            </a:r>
            <a:r>
              <a:rPr lang="pt-BR" sz="3500" dirty="0">
                <a:solidFill>
                  <a:srgbClr val="EFEFEF"/>
                </a:solidFill>
                <a:latin typeface="Calibri"/>
                <a:ea typeface="Calibri"/>
                <a:cs typeface="Calibri"/>
                <a:sym typeface="Calibri"/>
              </a:rPr>
              <a:t>que a vossa graça a </a:t>
            </a:r>
            <a:r>
              <a:rPr lang="pt-BR" sz="3500" dirty="0" smtClean="0">
                <a:solidFill>
                  <a:srgbClr val="EFEFEF"/>
                </a:solidFill>
                <a:latin typeface="Calibri"/>
                <a:ea typeface="Calibri"/>
                <a:cs typeface="Calibri"/>
                <a:sym typeface="Calibri"/>
              </a:rPr>
              <a:t>preservou de </a:t>
            </a:r>
            <a:r>
              <a:rPr lang="pt-BR" sz="3500" dirty="0">
                <a:solidFill>
                  <a:srgbClr val="EFEFEF"/>
                </a:solidFill>
                <a:latin typeface="Calibri"/>
                <a:ea typeface="Calibri"/>
                <a:cs typeface="Calibri"/>
                <a:sym typeface="Calibri"/>
              </a:rPr>
              <a:t>toda culpa, livrai-nos, por sua intercessão, de todo pecado. Por Cristo, nosso Senhor.</a:t>
            </a:r>
            <a:endParaRPr lang="pt-BR" sz="3500" dirty="0" smtClean="0">
              <a:solidFill>
                <a:srgbClr val="EFEFEF"/>
              </a:solidFill>
              <a:latin typeface="Calibri"/>
              <a:ea typeface="Calibri"/>
              <a:cs typeface="Calibri"/>
              <a:sym typeface="Calibri"/>
            </a:endParaRP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 </a:t>
            </a:r>
            <a:r>
              <a:rPr lang="pt-BR" sz="3500" b="1" dirty="0">
                <a:solidFill>
                  <a:srgbClr val="EFEFEF"/>
                </a:solidFill>
                <a:latin typeface="Calibri"/>
                <a:ea typeface="Calibri"/>
                <a:cs typeface="Calibri"/>
                <a:sym typeface="Calibri"/>
              </a:rPr>
              <a:t>Amém</a:t>
            </a:r>
            <a:r>
              <a:rPr lang="pt-BR" sz="3500" b="1" dirty="0" smtClean="0">
                <a:solidFill>
                  <a:srgbClr val="EFEFEF"/>
                </a:solidFill>
                <a:latin typeface="Calibri"/>
                <a:ea typeface="Calibri"/>
                <a:cs typeface="Calibri"/>
                <a:sym typeface="Calibri"/>
              </a:rPr>
              <a:t>.</a:t>
            </a:r>
            <a:endParaRPr sz="3500" b="1" dirty="0">
              <a:solidFill>
                <a:srgbClr val="EFEFEF"/>
              </a:solidFill>
              <a:latin typeface="Calibri"/>
              <a:ea typeface="Calibri"/>
              <a:cs typeface="Calibri"/>
              <a:sym typeface="Calibri"/>
            </a:endParaRPr>
          </a:p>
        </p:txBody>
      </p:sp>
      <p:sp>
        <p:nvSpPr>
          <p:cNvPr id="551" name="Google Shape;551;p79"/>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2" name="Google Shape;552;p79"/>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smtClean="0">
                <a:solidFill>
                  <a:schemeClr val="tx1"/>
                </a:solidFill>
              </a:rPr>
              <a:t>Liturgia Eucarística </a:t>
            </a:r>
            <a:r>
              <a:rPr lang="pt-BR" sz="1600" b="1" dirty="0">
                <a:solidFill>
                  <a:schemeClr val="tx1"/>
                </a:solidFill>
              </a:rPr>
              <a:t>- Oração Sobre as Oferendas</a:t>
            </a:r>
            <a:endParaRPr sz="1600" b="1" dirty="0">
              <a:solidFill>
                <a:schemeClr val="tx1"/>
              </a:solidFill>
            </a:endParaRPr>
          </a:p>
        </p:txBody>
      </p:sp>
      <p:sp>
        <p:nvSpPr>
          <p:cNvPr id="553" name="Google Shape;553;p79"/>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a:solidFill>
                  <a:schemeClr val="accent1"/>
                </a:solidFill>
                <a:latin typeface="Calibri"/>
                <a:ea typeface="Calibri"/>
                <a:cs typeface="Calibri"/>
                <a:sym typeface="Calibri"/>
              </a:rPr>
              <a:t>Oração Eucarística </a:t>
            </a:r>
            <a:r>
              <a:rPr lang="pt-BR" sz="3500" b="1" dirty="0" smtClean="0">
                <a:solidFill>
                  <a:schemeClr val="accent1"/>
                </a:solidFill>
                <a:latin typeface="Calibri"/>
                <a:ea typeface="Calibri"/>
                <a:cs typeface="Calibri"/>
                <a:sym typeface="Calibri"/>
              </a:rPr>
              <a:t>I</a:t>
            </a:r>
          </a:p>
          <a:p>
            <a:pPr marL="0" lvl="0" indent="0">
              <a:lnSpc>
                <a:spcPct val="100000"/>
              </a:lnSpc>
              <a:buNone/>
            </a:pPr>
            <a:r>
              <a:rPr lang="pt-BR" sz="3500" dirty="0">
                <a:solidFill>
                  <a:schemeClr val="accent1"/>
                </a:solidFill>
                <a:latin typeface="Calibri"/>
                <a:ea typeface="Calibri"/>
                <a:cs typeface="Calibri"/>
                <a:sym typeface="Calibri"/>
              </a:rPr>
              <a:t>Maria e a Igreja</a:t>
            </a:r>
            <a:endParaRPr lang="pt-BR" sz="3500" dirty="0" smtClean="0">
              <a:solidFill>
                <a:schemeClr val="accent1"/>
              </a:solidFill>
              <a:latin typeface="Calibri"/>
              <a:ea typeface="Calibri"/>
              <a:cs typeface="Calibri"/>
              <a:sym typeface="Calibri"/>
            </a:endParaRPr>
          </a:p>
          <a:p>
            <a:pPr marL="0" lvl="0" indent="0">
              <a:lnSpc>
                <a:spcPct val="100000"/>
              </a:lnSpc>
              <a:spcBef>
                <a:spcPts val="24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EFEFEF"/>
                </a:solidFill>
                <a:latin typeface="Calibri"/>
                <a:ea typeface="Calibri"/>
                <a:cs typeface="Calibri"/>
                <a:sym typeface="Calibri"/>
              </a:rPr>
              <a:t>O Senhor esteja </a:t>
            </a:r>
            <a:r>
              <a:rPr lang="pt-BR" sz="3500" dirty="0" smtClean="0">
                <a:solidFill>
                  <a:srgbClr val="EFEFEF"/>
                </a:solidFill>
                <a:latin typeface="Calibri"/>
                <a:ea typeface="Calibri"/>
                <a:cs typeface="Calibri"/>
                <a:sym typeface="Calibri"/>
              </a:rPr>
              <a:t>convosco.</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Ele está no meio de </a:t>
            </a:r>
            <a:r>
              <a:rPr lang="pt-BR" sz="3500" b="1" dirty="0" smtClean="0">
                <a:solidFill>
                  <a:srgbClr val="EFEFEF"/>
                </a:solidFill>
                <a:latin typeface="Calibri"/>
                <a:ea typeface="Calibri"/>
                <a:cs typeface="Calibri"/>
                <a:sym typeface="Calibri"/>
              </a:rPr>
              <a:t>nós.</a:t>
            </a: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smtClean="0">
                <a:solidFill>
                  <a:schemeClr val="tx1"/>
                </a:solidFill>
              </a:rPr>
              <a:t>Liturgia Eucarística - Oração Eucarística</a:t>
            </a:r>
            <a:endParaRPr sz="1600" b="1" dirty="0">
              <a:solidFill>
                <a:schemeClr val="tx1"/>
              </a:solidFill>
            </a:endParaRP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a:t>
            </a:r>
            <a:r>
              <a:rPr lang="pt-BR" sz="3500" dirty="0">
                <a:solidFill>
                  <a:srgbClr val="EFEFEF"/>
                </a:solidFill>
                <a:latin typeface="Calibri"/>
                <a:ea typeface="Calibri"/>
                <a:cs typeface="Calibri"/>
                <a:sym typeface="Calibri"/>
              </a:rPr>
              <a:t> Corações ao alto.</a:t>
            </a: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O nosso coração está em Deus</a:t>
            </a:r>
            <a:r>
              <a:rPr lang="pt-BR" sz="3500" b="1" dirty="0" smtClean="0">
                <a:solidFill>
                  <a:srgbClr val="EFEFEF"/>
                </a:solidFill>
                <a:latin typeface="Calibri"/>
                <a:ea typeface="Calibri"/>
                <a:cs typeface="Calibri"/>
                <a:sym typeface="Calibri"/>
              </a:rPr>
              <a:t>.</a:t>
            </a:r>
            <a:endParaRPr lang="pt-BR" sz="3500" dirty="0" smtClean="0">
              <a:solidFill>
                <a:schemeClr val="accent1"/>
              </a:solidFill>
              <a:latin typeface="Calibri"/>
              <a:ea typeface="Calibri"/>
              <a:cs typeface="Calibri"/>
              <a:sym typeface="Calibri"/>
            </a:endParaRPr>
          </a:p>
          <a:p>
            <a:pPr marL="0" lvl="0" indent="0">
              <a:lnSpc>
                <a:spcPct val="100000"/>
              </a:lnSpc>
              <a:spcBef>
                <a:spcPts val="24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FFFFF"/>
                </a:solidFill>
                <a:latin typeface="Calibri"/>
                <a:ea typeface="Calibri"/>
                <a:cs typeface="Calibri"/>
                <a:sym typeface="Calibri"/>
              </a:rPr>
              <a:t>D</a:t>
            </a:r>
            <a:r>
              <a:rPr lang="pt-BR" sz="3500" dirty="0">
                <a:solidFill>
                  <a:srgbClr val="EFEFEF"/>
                </a:solidFill>
                <a:latin typeface="Calibri"/>
                <a:ea typeface="Calibri"/>
                <a:cs typeface="Calibri"/>
                <a:sym typeface="Calibri"/>
              </a:rPr>
              <a:t>emos graças ao Senhor, nosso </a:t>
            </a:r>
            <a:r>
              <a:rPr lang="pt-BR" sz="3500" dirty="0" smtClean="0">
                <a:solidFill>
                  <a:srgbClr val="EFEFEF"/>
                </a:solidFill>
                <a:latin typeface="Calibri"/>
                <a:ea typeface="Calibri"/>
                <a:cs typeface="Calibri"/>
                <a:sym typeface="Calibri"/>
              </a:rPr>
              <a:t>Deus.</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É nosso dever e nossa salvação.</a:t>
            </a:r>
            <a:endParaRPr sz="3500" b="1" dirty="0">
              <a:solidFill>
                <a:schemeClr val="accent1"/>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8904716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FFFFF"/>
                </a:solidFill>
                <a:latin typeface="Calibri"/>
                <a:ea typeface="Calibri"/>
                <a:cs typeface="Calibri"/>
                <a:sym typeface="Calibri"/>
              </a:rPr>
              <a:t>Na verdade, é justo e necessário, é nosso dever e salvação dar-vos graças, sempre e em todo o lugar, Senhor, Pai santo, Deus eterno e todo-poderoso. A fim de preparar para o vosso Filho mãe que fosse digna dele, preservastes a Virgem Maria da mancha do pecado original, enriquecendo-a com </a:t>
            </a:r>
            <a:r>
              <a:rPr lang="pt-BR" sz="3500" dirty="0" smtClean="0">
                <a:solidFill>
                  <a:srgbClr val="FFFFFF"/>
                </a:solidFill>
                <a:latin typeface="Calibri"/>
                <a:ea typeface="Calibri"/>
                <a:cs typeface="Calibri"/>
                <a:sym typeface="Calibri"/>
              </a:rPr>
              <a:t>a</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0954336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FFFFF"/>
                </a:solidFill>
                <a:latin typeface="Calibri"/>
                <a:ea typeface="Calibri"/>
                <a:cs typeface="Calibri"/>
                <a:sym typeface="Calibri"/>
              </a:rPr>
              <a:t>plenitude da vossa graça. Nela, nos destes as primícias da Igreja, esposa de Cristo, sem ruga e sem mancha, resplandecente de beleza. Puríssima, na verdade, devia ser a Virgem que nos daria o Salvador, o Cordeiro sem mancha, que tira os nossos pecados. Escolhida, entre todas as mulheres, modelo de santidade </a:t>
            </a:r>
            <a:r>
              <a:rPr lang="pt-BR" sz="3500" dirty="0" smtClean="0">
                <a:solidFill>
                  <a:srgbClr val="FFFFFF"/>
                </a:solidFill>
                <a:latin typeface="Calibri"/>
                <a:ea typeface="Calibri"/>
                <a:cs typeface="Calibri"/>
                <a:sym typeface="Calibri"/>
              </a:rPr>
              <a:t>e</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1005092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FFFFF"/>
                </a:solidFill>
                <a:latin typeface="Calibri"/>
                <a:ea typeface="Calibri"/>
                <a:cs typeface="Calibri"/>
                <a:sym typeface="Calibri"/>
              </a:rPr>
              <a:t>advogada nossa, ela intervém constantemente em favor de vosso povo. Unidos à multidão dos anjos e dos santos, proclamamos a vossa bondade, cantando (dizendo) a uma só voz:</a:t>
            </a: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2293054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9"/>
        <p:cNvGrpSpPr/>
        <p:nvPr/>
      </p:nvGrpSpPr>
      <p:grpSpPr>
        <a:xfrm>
          <a:off x="0" y="0"/>
          <a:ext cx="0" cy="0"/>
          <a:chOff x="0" y="0"/>
          <a:chExt cx="0" cy="0"/>
        </a:xfrm>
      </p:grpSpPr>
    </p:spTree>
    <p:extLst>
      <p:ext uri="{BB962C8B-B14F-4D97-AF65-F5344CB8AC3E}">
        <p14:creationId xmlns:p14="http://schemas.microsoft.com/office/powerpoint/2010/main" val="25572411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717339"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T.</a:t>
            </a:r>
            <a:r>
              <a:rPr lang="pt-BR" sz="3500" dirty="0" smtClean="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Santo, Santo, </a:t>
            </a:r>
            <a:r>
              <a:rPr lang="pt-BR" sz="3500" b="1" dirty="0" smtClean="0">
                <a:solidFill>
                  <a:srgbClr val="EFEFEF"/>
                </a:solidFill>
                <a:latin typeface="Calibri"/>
                <a:ea typeface="Calibri"/>
                <a:cs typeface="Calibri"/>
                <a:sym typeface="Calibri"/>
              </a:rPr>
              <a:t>Santo,</a:t>
            </a:r>
          </a:p>
          <a:p>
            <a:pPr marL="0" lvl="0" indent="0">
              <a:lnSpc>
                <a:spcPct val="100000"/>
              </a:lnSpc>
              <a:buNone/>
            </a:pPr>
            <a:r>
              <a:rPr lang="pt-BR" sz="3500" b="1" dirty="0" smtClean="0">
                <a:solidFill>
                  <a:srgbClr val="EFEFEF"/>
                </a:solidFill>
                <a:latin typeface="Calibri"/>
                <a:ea typeface="Calibri"/>
                <a:cs typeface="Calibri"/>
                <a:sym typeface="Calibri"/>
              </a:rPr>
              <a:t>Senhor</a:t>
            </a:r>
            <a:r>
              <a:rPr lang="pt-BR" sz="3500" b="1" dirty="0">
                <a:solidFill>
                  <a:srgbClr val="EFEFEF"/>
                </a:solidFill>
                <a:latin typeface="Calibri"/>
                <a:ea typeface="Calibri"/>
                <a:cs typeface="Calibri"/>
                <a:sym typeface="Calibri"/>
              </a:rPr>
              <a:t>, </a:t>
            </a:r>
            <a:r>
              <a:rPr lang="pt-BR" sz="3500" b="1" dirty="0" smtClean="0">
                <a:solidFill>
                  <a:srgbClr val="EFEFEF"/>
                </a:solidFill>
                <a:latin typeface="Calibri"/>
                <a:ea typeface="Calibri"/>
                <a:cs typeface="Calibri"/>
                <a:sym typeface="Calibri"/>
              </a:rPr>
              <a:t>Deus do universo!</a:t>
            </a:r>
          </a:p>
          <a:p>
            <a:pPr marL="0" lvl="0" indent="0">
              <a:lnSpc>
                <a:spcPct val="100000"/>
              </a:lnSpc>
              <a:buNone/>
            </a:pPr>
            <a:r>
              <a:rPr lang="pt-BR" sz="3500" b="1" dirty="0" smtClean="0">
                <a:solidFill>
                  <a:srgbClr val="EFEFEF"/>
                </a:solidFill>
                <a:latin typeface="Calibri"/>
                <a:ea typeface="Calibri"/>
                <a:cs typeface="Calibri"/>
                <a:sym typeface="Calibri"/>
              </a:rPr>
              <a:t>O </a:t>
            </a:r>
            <a:r>
              <a:rPr lang="pt-BR" sz="3500" b="1" dirty="0">
                <a:solidFill>
                  <a:srgbClr val="EFEFEF"/>
                </a:solidFill>
                <a:latin typeface="Calibri"/>
                <a:ea typeface="Calibri"/>
                <a:cs typeface="Calibri"/>
                <a:sym typeface="Calibri"/>
              </a:rPr>
              <a:t>céu e a terra proclamam a </a:t>
            </a:r>
            <a:r>
              <a:rPr lang="pt-BR" sz="3500" b="1" dirty="0" smtClean="0">
                <a:solidFill>
                  <a:srgbClr val="EFEFEF"/>
                </a:solidFill>
                <a:latin typeface="Calibri"/>
                <a:ea typeface="Calibri"/>
                <a:cs typeface="Calibri"/>
                <a:sym typeface="Calibri"/>
              </a:rPr>
              <a:t>vossa glória.</a:t>
            </a:r>
          </a:p>
          <a:p>
            <a:pPr marL="0" lvl="0" indent="0">
              <a:lnSpc>
                <a:spcPct val="100000"/>
              </a:lnSpc>
              <a:buNone/>
            </a:pPr>
            <a:r>
              <a:rPr lang="pt-BR" sz="3500" b="1" dirty="0" smtClean="0">
                <a:solidFill>
                  <a:srgbClr val="EFEFEF"/>
                </a:solidFill>
                <a:latin typeface="Calibri"/>
                <a:ea typeface="Calibri"/>
                <a:cs typeface="Calibri"/>
                <a:sym typeface="Calibri"/>
              </a:rPr>
              <a:t>Hosana </a:t>
            </a:r>
            <a:r>
              <a:rPr lang="pt-BR" sz="3500" b="1" dirty="0">
                <a:solidFill>
                  <a:srgbClr val="EFEFEF"/>
                </a:solidFill>
                <a:latin typeface="Calibri"/>
                <a:ea typeface="Calibri"/>
                <a:cs typeface="Calibri"/>
                <a:sym typeface="Calibri"/>
              </a:rPr>
              <a:t>nas </a:t>
            </a:r>
            <a:r>
              <a:rPr lang="pt-BR" sz="3500" b="1" dirty="0" smtClean="0">
                <a:solidFill>
                  <a:srgbClr val="EFEFEF"/>
                </a:solidFill>
                <a:latin typeface="Calibri"/>
                <a:ea typeface="Calibri"/>
                <a:cs typeface="Calibri"/>
                <a:sym typeface="Calibri"/>
              </a:rPr>
              <a:t>alturas!</a:t>
            </a:r>
          </a:p>
          <a:p>
            <a:pPr marL="0" lvl="0" indent="0">
              <a:lnSpc>
                <a:spcPct val="100000"/>
              </a:lnSpc>
              <a:buNone/>
            </a:pPr>
            <a:r>
              <a:rPr lang="pt-BR" sz="3500" b="1" dirty="0" smtClean="0">
                <a:solidFill>
                  <a:srgbClr val="EFEFEF"/>
                </a:solidFill>
                <a:latin typeface="Calibri"/>
                <a:ea typeface="Calibri"/>
                <a:cs typeface="Calibri"/>
                <a:sym typeface="Calibri"/>
              </a:rPr>
              <a:t>Bendito </a:t>
            </a:r>
            <a:r>
              <a:rPr lang="pt-BR" sz="3500" b="1" dirty="0">
                <a:solidFill>
                  <a:srgbClr val="EFEFEF"/>
                </a:solidFill>
                <a:latin typeface="Calibri"/>
                <a:ea typeface="Calibri"/>
                <a:cs typeface="Calibri"/>
                <a:sym typeface="Calibri"/>
              </a:rPr>
              <a:t>o </a:t>
            </a:r>
            <a:r>
              <a:rPr lang="pt-BR" sz="3500" b="1" dirty="0" smtClean="0">
                <a:solidFill>
                  <a:srgbClr val="EFEFEF"/>
                </a:solidFill>
                <a:latin typeface="Calibri"/>
                <a:ea typeface="Calibri"/>
                <a:cs typeface="Calibri"/>
                <a:sym typeface="Calibri"/>
              </a:rPr>
              <a:t>que vem </a:t>
            </a:r>
            <a:r>
              <a:rPr lang="pt-BR" sz="3500" b="1" dirty="0">
                <a:solidFill>
                  <a:srgbClr val="EFEFEF"/>
                </a:solidFill>
                <a:latin typeface="Calibri"/>
                <a:ea typeface="Calibri"/>
                <a:cs typeface="Calibri"/>
                <a:sym typeface="Calibri"/>
              </a:rPr>
              <a:t>em nome </a:t>
            </a:r>
            <a:r>
              <a:rPr lang="pt-BR" sz="3500" b="1" dirty="0" smtClean="0">
                <a:solidFill>
                  <a:srgbClr val="EFEFEF"/>
                </a:solidFill>
                <a:latin typeface="Calibri"/>
                <a:ea typeface="Calibri"/>
                <a:cs typeface="Calibri"/>
                <a:sym typeface="Calibri"/>
              </a:rPr>
              <a:t>do Senhor!</a:t>
            </a:r>
          </a:p>
          <a:p>
            <a:pPr marL="0" lvl="0" indent="0">
              <a:lnSpc>
                <a:spcPct val="100000"/>
              </a:lnSpc>
              <a:buNone/>
            </a:pPr>
            <a:r>
              <a:rPr lang="pt-BR" sz="3500" b="1" dirty="0" smtClean="0">
                <a:solidFill>
                  <a:srgbClr val="EFEFEF"/>
                </a:solidFill>
                <a:latin typeface="Calibri"/>
                <a:ea typeface="Calibri"/>
                <a:cs typeface="Calibri"/>
                <a:sym typeface="Calibri"/>
              </a:rPr>
              <a:t>Hosana </a:t>
            </a:r>
            <a:r>
              <a:rPr lang="pt-BR" sz="3500" b="1" dirty="0">
                <a:solidFill>
                  <a:srgbClr val="EFEFEF"/>
                </a:solidFill>
                <a:latin typeface="Calibri"/>
                <a:ea typeface="Calibri"/>
                <a:cs typeface="Calibri"/>
                <a:sym typeface="Calibri"/>
              </a:rPr>
              <a:t>nas alturas!</a:t>
            </a:r>
            <a:endParaRPr lang="pt-BR" sz="3500" b="1" dirty="0" smtClean="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9032801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FFFFF"/>
                </a:solidFill>
                <a:latin typeface="Calibri"/>
                <a:ea typeface="Calibri"/>
                <a:cs typeface="Calibri"/>
                <a:sym typeface="Calibri"/>
              </a:rPr>
              <a:t>Pai de misericórdia, a quem sobem nossos louvores, nós vos pedimos por Jesus Cristo, vosso Filho e Senhor nosso, que abençoeis </a:t>
            </a:r>
            <a:r>
              <a:rPr lang="pt-BR" sz="3200" b="1" spc="-1" dirty="0">
                <a:solidFill>
                  <a:srgbClr val="FFFFFF"/>
                </a:solidFill>
                <a:uFill>
                  <a:solidFill>
                    <a:srgbClr val="FFFFFF"/>
                  </a:solidFill>
                </a:uFill>
                <a:latin typeface="Cambria"/>
              </a:rPr>
              <a:t>†</a:t>
            </a:r>
            <a:r>
              <a:rPr lang="pt-BR" sz="3500" dirty="0" smtClean="0">
                <a:solidFill>
                  <a:srgbClr val="FFFFFF"/>
                </a:solidFill>
                <a:latin typeface="Calibri"/>
                <a:ea typeface="Calibri"/>
                <a:cs typeface="Calibri"/>
                <a:sym typeface="Calibri"/>
              </a:rPr>
              <a:t> </a:t>
            </a:r>
            <a:r>
              <a:rPr lang="pt-BR" sz="3500" dirty="0">
                <a:solidFill>
                  <a:srgbClr val="FFFFFF"/>
                </a:solidFill>
                <a:latin typeface="Calibri"/>
                <a:ea typeface="Calibri"/>
                <a:cs typeface="Calibri"/>
                <a:sym typeface="Calibri"/>
              </a:rPr>
              <a:t>estas oferendas apresentadas ao vosso altar</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Abençoai nossa oferenda, ó Senhor!</a:t>
            </a: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3925897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431284"/>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FFFFF"/>
                </a:solidFill>
                <a:latin typeface="Calibri"/>
                <a:ea typeface="Calibri"/>
                <a:cs typeface="Calibri"/>
                <a:sym typeface="Calibri"/>
              </a:rPr>
              <a:t>Nós as oferecemos pela vossa Igreja santa e católica: concedei-lhe paz e proteção, unindo-a num só corpo e governando-a por toda a terra. Nós as oferecemos também pelo vosso servo o Papa </a:t>
            </a:r>
            <a:r>
              <a:rPr lang="pt-BR" sz="3500" dirty="0" smtClean="0">
                <a:solidFill>
                  <a:srgbClr val="FFFFFF"/>
                </a:solidFill>
                <a:latin typeface="Calibri"/>
                <a:ea typeface="Calibri"/>
                <a:cs typeface="Calibri"/>
                <a:sym typeface="Calibri"/>
              </a:rPr>
              <a:t>Francisco, </a:t>
            </a:r>
            <a:r>
              <a:rPr lang="pt-BR" sz="3500" dirty="0">
                <a:solidFill>
                  <a:srgbClr val="FFFFFF"/>
                </a:solidFill>
                <a:latin typeface="Calibri"/>
                <a:ea typeface="Calibri"/>
                <a:cs typeface="Calibri"/>
                <a:sym typeface="Calibri"/>
              </a:rPr>
              <a:t>por nosso Bispo </a:t>
            </a:r>
            <a:r>
              <a:rPr lang="pt-BR" sz="3500" dirty="0" err="1" smtClean="0">
                <a:solidFill>
                  <a:srgbClr val="FFFFFF"/>
                </a:solidFill>
                <a:latin typeface="Calibri"/>
                <a:ea typeface="Calibri"/>
                <a:cs typeface="Calibri"/>
                <a:sym typeface="Calibri"/>
              </a:rPr>
              <a:t>Orani</a:t>
            </a:r>
            <a:r>
              <a:rPr lang="pt-BR" sz="3500" dirty="0" smtClean="0">
                <a:solidFill>
                  <a:srgbClr val="FFFFFF"/>
                </a:solidFill>
                <a:latin typeface="Calibri"/>
                <a:ea typeface="Calibri"/>
                <a:cs typeface="Calibri"/>
                <a:sym typeface="Calibri"/>
              </a:rPr>
              <a:t>, </a:t>
            </a:r>
            <a:r>
              <a:rPr lang="pt-BR" sz="3500" dirty="0">
                <a:solidFill>
                  <a:srgbClr val="FFFFFF"/>
                </a:solidFill>
                <a:latin typeface="Calibri"/>
                <a:ea typeface="Calibri"/>
                <a:cs typeface="Calibri"/>
                <a:sym typeface="Calibri"/>
              </a:rPr>
              <a:t>e por todos os que guardam a fé que receberam dos </a:t>
            </a:r>
            <a:r>
              <a:rPr lang="pt-BR" sz="3500" dirty="0" smtClean="0">
                <a:solidFill>
                  <a:srgbClr val="FFFFFF"/>
                </a:solidFill>
                <a:latin typeface="Calibri"/>
                <a:ea typeface="Calibri"/>
                <a:cs typeface="Calibri"/>
                <a:sym typeface="Calibri"/>
              </a:rPr>
              <a:t>apóstolos.</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Conservai a vossa Igreja sempre unida.</a:t>
            </a: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4366322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 </a:t>
            </a:r>
            <a:r>
              <a:rPr lang="pt-BR" sz="3500" dirty="0">
                <a:solidFill>
                  <a:srgbClr val="FFFFFF"/>
                </a:solidFill>
                <a:latin typeface="Calibri"/>
                <a:ea typeface="Calibri"/>
                <a:cs typeface="Calibri"/>
                <a:sym typeface="Calibri"/>
              </a:rPr>
              <a:t>Lembrai-vos, ó Pai, dos vossos filhos e filhas (N.N.) e de todos os que circundam este altar, dos quais conheceis a fidelidade e a dedicação em vos servir. Eles vos oferecem conosco este sacrifício de louvor por si e por todos os seus, e elevam a vós as suas preces para alcançar o perdão de suas faltas, a segurança em </a:t>
            </a:r>
            <a:r>
              <a:rPr lang="pt-BR" sz="3500" dirty="0" smtClean="0">
                <a:solidFill>
                  <a:srgbClr val="FFFFFF"/>
                </a:solidFill>
                <a:latin typeface="Calibri"/>
                <a:ea typeface="Calibri"/>
                <a:cs typeface="Calibri"/>
                <a:sym typeface="Calibri"/>
              </a:rPr>
              <a:t>suas</a:t>
            </a:r>
            <a:endParaRPr lang="pt-BR" sz="3500" b="1" dirty="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0515117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FFFFF"/>
                </a:solidFill>
                <a:latin typeface="Calibri"/>
                <a:ea typeface="Calibri"/>
                <a:cs typeface="Calibri"/>
                <a:sym typeface="Calibri"/>
              </a:rPr>
              <a:t>vidas </a:t>
            </a:r>
            <a:r>
              <a:rPr lang="pt-BR" sz="3500" dirty="0">
                <a:solidFill>
                  <a:srgbClr val="FFFFFF"/>
                </a:solidFill>
                <a:latin typeface="Calibri"/>
                <a:ea typeface="Calibri"/>
                <a:cs typeface="Calibri"/>
                <a:sym typeface="Calibri"/>
              </a:rPr>
              <a:t>e a salvação que esperam</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Lembrai-vos, ó Pai, de vossos </a:t>
            </a:r>
            <a:r>
              <a:rPr lang="pt-BR" sz="3500" b="1" dirty="0" smtClean="0">
                <a:solidFill>
                  <a:srgbClr val="EFEFEF"/>
                </a:solidFill>
                <a:latin typeface="Calibri"/>
                <a:ea typeface="Calibri"/>
                <a:cs typeface="Calibri"/>
                <a:sym typeface="Calibri"/>
              </a:rPr>
              <a:t>filhos!</a:t>
            </a:r>
            <a:endParaRPr lang="pt-BR" sz="3500" b="1" dirty="0">
              <a:solidFill>
                <a:srgbClr val="EFEFEF"/>
              </a:solidFill>
              <a:latin typeface="Calibri"/>
              <a:ea typeface="Calibri"/>
              <a:cs typeface="Calibri"/>
              <a:sym typeface="Calibri"/>
            </a:endParaRPr>
          </a:p>
          <a:p>
            <a:pPr marL="0" lvl="0" indent="0">
              <a:lnSpc>
                <a:spcPct val="100000"/>
              </a:lnSpc>
              <a:spcBef>
                <a:spcPts val="2400"/>
              </a:spcBef>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Em comunhão com toda a </a:t>
            </a:r>
            <a:r>
              <a:rPr lang="pt-BR" sz="3500" dirty="0" smtClean="0">
                <a:solidFill>
                  <a:srgbClr val="FFFFFF"/>
                </a:solidFill>
                <a:latin typeface="Calibri"/>
                <a:ea typeface="Calibri"/>
                <a:cs typeface="Calibri"/>
                <a:sym typeface="Calibri"/>
              </a:rPr>
              <a:t>Igreja, veneramos </a:t>
            </a:r>
            <a:r>
              <a:rPr lang="pt-BR" sz="3500" dirty="0">
                <a:solidFill>
                  <a:srgbClr val="FFFFFF"/>
                </a:solidFill>
                <a:latin typeface="Calibri"/>
                <a:ea typeface="Calibri"/>
                <a:cs typeface="Calibri"/>
                <a:sym typeface="Calibri"/>
              </a:rPr>
              <a:t>a sempre Virgem Maria, Mãe de nosso Deus e Senhor Jesus Cristo; e também São José, esposo de Maria, os </a:t>
            </a:r>
            <a:r>
              <a:rPr lang="pt-BR" sz="3500" dirty="0" smtClean="0">
                <a:solidFill>
                  <a:srgbClr val="FFFFFF"/>
                </a:solidFill>
                <a:latin typeface="Calibri"/>
                <a:ea typeface="Calibri"/>
                <a:cs typeface="Calibri"/>
                <a:sym typeface="Calibri"/>
              </a:rPr>
              <a:t>santos</a:t>
            </a:r>
            <a:endParaRPr lang="pt-BR" sz="3500" b="1" dirty="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9330411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FFFFF"/>
                </a:solidFill>
                <a:latin typeface="Calibri"/>
                <a:ea typeface="Calibri"/>
                <a:cs typeface="Calibri"/>
                <a:sym typeface="Calibri"/>
              </a:rPr>
              <a:t>Apóstolos </a:t>
            </a:r>
            <a:r>
              <a:rPr lang="pt-BR" sz="3500" dirty="0">
                <a:solidFill>
                  <a:srgbClr val="FFFFFF"/>
                </a:solidFill>
                <a:latin typeface="Calibri"/>
                <a:ea typeface="Calibri"/>
                <a:cs typeface="Calibri"/>
                <a:sym typeface="Calibri"/>
              </a:rPr>
              <a:t>e Mártires: Pedro e Paulo, André, (Tiago e João, Tomé, Tiago e Filipe, Bartolomeu e Mateus, Simão e Tadeu, Lino, Cleto, Clemente, </a:t>
            </a:r>
            <a:r>
              <a:rPr lang="pt-BR" sz="3500" dirty="0" err="1">
                <a:solidFill>
                  <a:srgbClr val="FFFFFF"/>
                </a:solidFill>
                <a:latin typeface="Calibri"/>
                <a:ea typeface="Calibri"/>
                <a:cs typeface="Calibri"/>
                <a:sym typeface="Calibri"/>
              </a:rPr>
              <a:t>Sisto</a:t>
            </a:r>
            <a:r>
              <a:rPr lang="pt-BR" sz="3500" dirty="0">
                <a:solidFill>
                  <a:srgbClr val="FFFFFF"/>
                </a:solidFill>
                <a:latin typeface="Calibri"/>
                <a:ea typeface="Calibri"/>
                <a:cs typeface="Calibri"/>
                <a:sym typeface="Calibri"/>
              </a:rPr>
              <a:t>, Cornélio e Cipriano, Lourenço e </a:t>
            </a:r>
            <a:r>
              <a:rPr lang="pt-BR" sz="3500" dirty="0" err="1">
                <a:solidFill>
                  <a:srgbClr val="FFFFFF"/>
                </a:solidFill>
                <a:latin typeface="Calibri"/>
                <a:ea typeface="Calibri"/>
                <a:cs typeface="Calibri"/>
                <a:sym typeface="Calibri"/>
              </a:rPr>
              <a:t>Crisógono</a:t>
            </a:r>
            <a:r>
              <a:rPr lang="pt-BR" sz="3500" dirty="0">
                <a:solidFill>
                  <a:srgbClr val="FFFFFF"/>
                </a:solidFill>
                <a:latin typeface="Calibri"/>
                <a:ea typeface="Calibri"/>
                <a:cs typeface="Calibri"/>
                <a:sym typeface="Calibri"/>
              </a:rPr>
              <a:t>, João e Paulo, Cosme e Damião), e todos os vossos Santos. Por seus méritos e preces concedei-nos sem cessar </a:t>
            </a:r>
            <a:r>
              <a:rPr lang="pt-BR" sz="3500" dirty="0" smtClean="0">
                <a:solidFill>
                  <a:srgbClr val="FFFFFF"/>
                </a:solidFill>
                <a:latin typeface="Calibri"/>
                <a:ea typeface="Calibri"/>
                <a:cs typeface="Calibri"/>
                <a:sym typeface="Calibri"/>
              </a:rPr>
              <a:t>a</a:t>
            </a:r>
            <a:endParaRPr lang="pt-BR" sz="3500" b="1" dirty="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794809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FFFFF"/>
                </a:solidFill>
                <a:latin typeface="Calibri"/>
                <a:ea typeface="Calibri"/>
                <a:cs typeface="Calibri"/>
                <a:sym typeface="Calibri"/>
              </a:rPr>
              <a:t>vossa </a:t>
            </a:r>
            <a:r>
              <a:rPr lang="pt-BR" sz="3500" dirty="0">
                <a:solidFill>
                  <a:srgbClr val="FFFFFF"/>
                </a:solidFill>
                <a:latin typeface="Calibri"/>
                <a:ea typeface="Calibri"/>
                <a:cs typeface="Calibri"/>
                <a:sym typeface="Calibri"/>
              </a:rPr>
              <a:t>proteção</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Em comunhão com toda a Igreja aqui estamos</a:t>
            </a:r>
            <a:r>
              <a:rPr lang="pt-BR" sz="3500" b="1" dirty="0" smtClean="0">
                <a:solidFill>
                  <a:srgbClr val="EFEFEF"/>
                </a:solidFill>
                <a:latin typeface="Calibri"/>
                <a:ea typeface="Calibri"/>
                <a:cs typeface="Calibri"/>
                <a:sym typeface="Calibri"/>
              </a:rPr>
              <a:t>!</a:t>
            </a:r>
            <a:endParaRPr lang="pt-BR" sz="3500" b="1" dirty="0">
              <a:solidFill>
                <a:srgbClr val="EFEFEF"/>
              </a:solidFill>
              <a:latin typeface="Calibri"/>
              <a:ea typeface="Calibri"/>
              <a:cs typeface="Calibri"/>
              <a:sym typeface="Calibri"/>
            </a:endParaRPr>
          </a:p>
          <a:p>
            <a:pPr marL="0" lvl="0" indent="0">
              <a:lnSpc>
                <a:spcPct val="100000"/>
              </a:lnSpc>
              <a:spcBef>
                <a:spcPts val="2400"/>
              </a:spcBef>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Em comunhão com toda a vossa paz, livrai-nos da condenação e acolhei-nos entre os vossos eleitos. Dignai-vos, ó Pai, aceitar </a:t>
            </a:r>
            <a:r>
              <a:rPr lang="pt-BR" sz="3500" dirty="0" smtClean="0">
                <a:solidFill>
                  <a:srgbClr val="FFFFFF"/>
                </a:solidFill>
                <a:latin typeface="Calibri"/>
                <a:ea typeface="Calibri"/>
                <a:cs typeface="Calibri"/>
                <a:sym typeface="Calibri"/>
              </a:rPr>
              <a:t>e</a:t>
            </a:r>
            <a:endParaRPr lang="pt-BR" sz="3500" b="1" dirty="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1157479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rgbClr val="FFFFFF"/>
                </a:solidFill>
                <a:latin typeface="Calibri"/>
                <a:ea typeface="Calibri"/>
                <a:cs typeface="Calibri"/>
                <a:sym typeface="Calibri"/>
              </a:rPr>
              <a:t>santificar estas oferendas, a fim de que se tornem para nós o Corpo e o Sangue de Jesus Cristo, vosso Filho e Senhor nosso.</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Santificai nossa oferenda, ó Senhor!</a:t>
            </a:r>
          </a:p>
          <a:p>
            <a:pPr marL="0" lvl="0" indent="0">
              <a:lnSpc>
                <a:spcPct val="100000"/>
              </a:lnSpc>
              <a:spcBef>
                <a:spcPts val="2400"/>
              </a:spcBef>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Na noite em que ia ser entregue, ele tomou o pão em suas mãos, elevou os olhos a vós</a:t>
            </a:r>
            <a:r>
              <a:rPr lang="pt-BR" sz="3500" dirty="0" smtClean="0">
                <a:solidFill>
                  <a:srgbClr val="FFFFFF"/>
                </a:solidFill>
                <a:latin typeface="Calibri"/>
                <a:ea typeface="Calibri"/>
                <a:cs typeface="Calibri"/>
                <a:sym typeface="Calibri"/>
              </a:rPr>
              <a:t>,</a:t>
            </a:r>
            <a:endParaRPr lang="pt-BR" sz="3500" b="1" dirty="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8209186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rgbClr val="FFFFFF"/>
                </a:solidFill>
                <a:latin typeface="Calibri"/>
                <a:ea typeface="Calibri"/>
                <a:cs typeface="Calibri"/>
                <a:sym typeface="Calibri"/>
              </a:rPr>
              <a:t>ó </a:t>
            </a:r>
            <a:r>
              <a:rPr lang="pt-BR" sz="3500" dirty="0">
                <a:solidFill>
                  <a:srgbClr val="FFFFFF"/>
                </a:solidFill>
                <a:latin typeface="Calibri"/>
                <a:ea typeface="Calibri"/>
                <a:cs typeface="Calibri"/>
                <a:sym typeface="Calibri"/>
              </a:rPr>
              <a:t>Pai, deu graças e o partiu e deu a seus discípulos, dizendo:</a:t>
            </a:r>
            <a:endParaRPr lang="pt-BR" sz="3500" b="1" dirty="0">
              <a:solidFill>
                <a:srgbClr val="EFEFE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2767420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Tree>
    <p:extLst>
      <p:ext uri="{BB962C8B-B14F-4D97-AF65-F5344CB8AC3E}">
        <p14:creationId xmlns:p14="http://schemas.microsoft.com/office/powerpoint/2010/main" val="21961340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Eis o mistério da fé</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Todas as vezes que comemos deste pão e bebemos deste cálice, anunciamos, Senhor, a vossa morte, enquanto esperamos a vossa vinda!</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1259475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431281"/>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Celebrando, pois, a memória da paixão do vosso Filho, da sua ressurreição dentre os mortos e gloriosa ascensão aos céus, nós, vossos servos, e também vosso povo santo, vos oferecemos, ó Pai, dentre os bens que nos destes, o sacrifício perfeito e santo, pão da vida eterna e cálice da salvação</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Recebei, ó Senhor, a nossa oferta!</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1490564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Recebei, ó Pai, esta oferenda, como</a:t>
            </a:r>
          </a:p>
          <a:p>
            <a:pPr marL="0" indent="0">
              <a:lnSpc>
                <a:spcPct val="100000"/>
              </a:lnSpc>
              <a:buNone/>
            </a:pPr>
            <a:r>
              <a:rPr lang="pt-BR" sz="3500" dirty="0">
                <a:solidFill>
                  <a:srgbClr val="FFFFFF"/>
                </a:solidFill>
                <a:latin typeface="Calibri"/>
                <a:ea typeface="Calibri"/>
                <a:cs typeface="Calibri"/>
                <a:sym typeface="Calibri"/>
              </a:rPr>
              <a:t>recebestes a oferta de Abel, o sacrifício de Abraão e os dons de </a:t>
            </a:r>
            <a:r>
              <a:rPr lang="pt-BR" sz="3500" dirty="0" err="1">
                <a:solidFill>
                  <a:srgbClr val="FFFFFF"/>
                </a:solidFill>
                <a:latin typeface="Calibri"/>
                <a:ea typeface="Calibri"/>
                <a:cs typeface="Calibri"/>
                <a:sym typeface="Calibri"/>
              </a:rPr>
              <a:t>Melquisedeque</a:t>
            </a:r>
            <a:r>
              <a:rPr lang="pt-BR" sz="3500" dirty="0">
                <a:solidFill>
                  <a:srgbClr val="FFFFFF"/>
                </a:solidFill>
                <a:latin typeface="Calibri"/>
                <a:ea typeface="Calibri"/>
                <a:cs typeface="Calibri"/>
                <a:sym typeface="Calibri"/>
              </a:rPr>
              <a:t>. Nós vos suplicamos que ela seja levada à vossa presença, para que, ao participarmos deste altar, recebendo o Corpo e o </a:t>
            </a:r>
            <a:r>
              <a:rPr lang="pt-BR" sz="3500" dirty="0" smtClean="0">
                <a:solidFill>
                  <a:srgbClr val="FFFFFF"/>
                </a:solidFill>
                <a:latin typeface="Calibri"/>
                <a:ea typeface="Calibri"/>
                <a:cs typeface="Calibri"/>
                <a:sym typeface="Calibri"/>
              </a:rPr>
              <a:t>Sangue</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1695402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rgbClr val="FFFFFF"/>
                </a:solidFill>
                <a:latin typeface="Calibri"/>
                <a:ea typeface="Calibri"/>
                <a:cs typeface="Calibri"/>
                <a:sym typeface="Calibri"/>
              </a:rPr>
              <a:t>de vosso Filho, sejamos repletos de todas as graças e bênçãos do céu.</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Recebei, ó Senhor, a nossa oferta!</a:t>
            </a:r>
            <a:endParaRPr lang="pt-BR" sz="3500" b="1" dirty="0" smtClean="0">
              <a:solidFill>
                <a:srgbClr val="EFEFEF"/>
              </a:solidFill>
              <a:latin typeface="Calibri"/>
              <a:ea typeface="Calibri"/>
              <a:cs typeface="Calibri"/>
              <a:sym typeface="Calibri"/>
            </a:endParaRPr>
          </a:p>
          <a:p>
            <a:pPr marL="0" lvl="0" indent="0">
              <a:lnSpc>
                <a:spcPct val="100000"/>
              </a:lnSpc>
              <a:spcBef>
                <a:spcPts val="2400"/>
              </a:spcBef>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Lembrai-vos, ó Pai, dos vossos filhos e filhas (N.N.) que partiram desta vida, marcados com o sinal da fé. A eles, e a todos os </a:t>
            </a:r>
            <a:r>
              <a:rPr lang="pt-BR" sz="3500" dirty="0" smtClean="0">
                <a:solidFill>
                  <a:srgbClr val="FFFFFF"/>
                </a:solidFill>
                <a:latin typeface="Calibri"/>
                <a:ea typeface="Calibri"/>
                <a:cs typeface="Calibri"/>
                <a:sym typeface="Calibri"/>
              </a:rPr>
              <a:t>que</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6536528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rgbClr val="FFFFFF"/>
                </a:solidFill>
                <a:latin typeface="Calibri"/>
                <a:ea typeface="Calibri"/>
                <a:cs typeface="Calibri"/>
                <a:sym typeface="Calibri"/>
              </a:rPr>
              <a:t>adormeceram no Cristo, concedei a felicidade, a luz e a </a:t>
            </a:r>
            <a:r>
              <a:rPr lang="pt-BR" sz="3500" dirty="0" smtClean="0">
                <a:solidFill>
                  <a:srgbClr val="FFFFFF"/>
                </a:solidFill>
                <a:latin typeface="Calibri"/>
                <a:ea typeface="Calibri"/>
                <a:cs typeface="Calibri"/>
                <a:sym typeface="Calibri"/>
              </a:rPr>
              <a:t>paz.</a:t>
            </a:r>
            <a:endParaRPr lang="pt-BR" sz="3500" dirty="0">
              <a:solidFill>
                <a:srgbClr val="FFFFF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Lembrai-vos, ó Pai, dos vossos filhos!</a:t>
            </a:r>
          </a:p>
          <a:p>
            <a:pPr marL="0" lvl="0" indent="0">
              <a:lnSpc>
                <a:spcPct val="100000"/>
              </a:lnSpc>
              <a:spcBef>
                <a:spcPts val="2400"/>
              </a:spcBef>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E a todos nós pecadores, que confiamos na vossa imensa misericórdia, concedei, não por nossos méritos, mas por vossa bondade</a:t>
            </a:r>
            <a:r>
              <a:rPr lang="pt-BR" sz="3500" dirty="0" smtClean="0">
                <a:solidFill>
                  <a:srgbClr val="FFFFFF"/>
                </a:solidFill>
                <a:latin typeface="Calibri"/>
                <a:ea typeface="Calibri"/>
                <a:cs typeface="Calibri"/>
                <a:sym typeface="Calibri"/>
              </a:rPr>
              <a:t>,</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049546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rgbClr val="FFFFFF"/>
                </a:solidFill>
                <a:latin typeface="Calibri"/>
                <a:ea typeface="Calibri"/>
                <a:cs typeface="Calibri"/>
                <a:sym typeface="Calibri"/>
              </a:rPr>
              <a:t>o convívio dos Apóstolos e Mártires: João Batista e Estêvão, Matias e Barnabé, (Inácio, Alexandre, Marcelino e Pedro; Felicidade e Perpétua, Águeda e Luzia, Inês, Cecília, Anastácia) e todos os vossos </a:t>
            </a:r>
            <a:r>
              <a:rPr lang="pt-BR" sz="3500" dirty="0" smtClean="0">
                <a:solidFill>
                  <a:srgbClr val="FFFFFF"/>
                </a:solidFill>
                <a:latin typeface="Calibri"/>
                <a:ea typeface="Calibri"/>
                <a:cs typeface="Calibri"/>
                <a:sym typeface="Calibri"/>
              </a:rPr>
              <a:t>santos.</a:t>
            </a:r>
          </a:p>
          <a:p>
            <a:pPr marL="0" indent="0">
              <a:lnSpc>
                <a:spcPct val="100000"/>
              </a:lnSpc>
              <a:buNone/>
            </a:pPr>
            <a:r>
              <a:rPr lang="pt-BR" sz="3500" dirty="0" smtClean="0">
                <a:solidFill>
                  <a:srgbClr val="FFFFFF"/>
                </a:solidFill>
                <a:latin typeface="Calibri"/>
                <a:ea typeface="Calibri"/>
                <a:cs typeface="Calibri"/>
                <a:sym typeface="Calibri"/>
              </a:rPr>
              <a:t>Por </a:t>
            </a:r>
            <a:r>
              <a:rPr lang="pt-BR" sz="3500" dirty="0">
                <a:solidFill>
                  <a:srgbClr val="FFFFFF"/>
                </a:solidFill>
                <a:latin typeface="Calibri"/>
                <a:ea typeface="Calibri"/>
                <a:cs typeface="Calibri"/>
                <a:sym typeface="Calibri"/>
              </a:rPr>
              <a:t>Cristo, Senhor </a:t>
            </a:r>
            <a:r>
              <a:rPr lang="pt-BR" sz="3500" dirty="0" smtClean="0">
                <a:solidFill>
                  <a:srgbClr val="FFFFFF"/>
                </a:solidFill>
                <a:latin typeface="Calibri"/>
                <a:ea typeface="Calibri"/>
                <a:cs typeface="Calibri"/>
                <a:sym typeface="Calibri"/>
              </a:rPr>
              <a:t>nosso.</a:t>
            </a:r>
            <a:endParaRPr lang="pt-BR" sz="3500" dirty="0">
              <a:solidFill>
                <a:srgbClr val="FFFFF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Concedei-nos o convívio dos eleitos!</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4029772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Por ele não cessais de criar e santificar estes bens e distribuí-los entre nós. Por Cristo, com Cristo, em Cristo, a vós, Deus Pai todo-poderoso, na unidade do Espírito Santo, toda a honra e toda a glória, agora e para sempre.</a:t>
            </a: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Amém</a:t>
            </a:r>
            <a:r>
              <a:rPr lang="pt-BR" sz="3500" b="1" dirty="0" smtClean="0">
                <a:solidFill>
                  <a:srgbClr val="EFEFEF"/>
                </a:solidFill>
                <a:latin typeface="Calibri"/>
                <a:ea typeface="Calibri"/>
                <a:cs typeface="Calibri"/>
                <a:sym typeface="Calibri"/>
              </a:rPr>
              <a:t>.</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Oração Eucarística</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8950475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892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smtClean="0">
                <a:solidFill>
                  <a:schemeClr val="accent1"/>
                </a:solidFill>
                <a:latin typeface="Calibri"/>
                <a:ea typeface="Calibri"/>
                <a:cs typeface="Calibri"/>
                <a:sym typeface="Calibri"/>
              </a:rPr>
              <a:t>Rito da Comunhão</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Obedientes à Palavra do Salvador e formados por seu divino ensinamento, ousamos </a:t>
            </a:r>
            <a:r>
              <a:rPr lang="pt-BR" sz="3500" dirty="0" smtClean="0">
                <a:solidFill>
                  <a:srgbClr val="FFFFFF"/>
                </a:solidFill>
                <a:latin typeface="Calibri"/>
                <a:ea typeface="Calibri"/>
                <a:cs typeface="Calibri"/>
                <a:sym typeface="Calibri"/>
              </a:rPr>
              <a:t>dizer:</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Pai nosso que estais nos Céus, santificado seja o Vosso Nome, </a:t>
            </a:r>
            <a:r>
              <a:rPr lang="pt-BR" sz="3500" b="1" dirty="0" smtClean="0">
                <a:solidFill>
                  <a:srgbClr val="EFEFEF"/>
                </a:solidFill>
                <a:latin typeface="Calibri"/>
                <a:ea typeface="Calibri"/>
                <a:cs typeface="Calibri"/>
                <a:sym typeface="Calibri"/>
              </a:rPr>
              <a:t>venha </a:t>
            </a:r>
            <a:r>
              <a:rPr lang="pt-BR" sz="3500" b="1" dirty="0">
                <a:solidFill>
                  <a:srgbClr val="EFEFEF"/>
                </a:solidFill>
                <a:latin typeface="Calibri"/>
                <a:ea typeface="Calibri"/>
                <a:cs typeface="Calibri"/>
                <a:sym typeface="Calibri"/>
              </a:rPr>
              <a:t>a nós o </a:t>
            </a:r>
            <a:r>
              <a:rPr lang="pt-BR" sz="3500" b="1" dirty="0" smtClean="0">
                <a:solidFill>
                  <a:srgbClr val="EFEFEF"/>
                </a:solidFill>
                <a:latin typeface="Calibri"/>
                <a:ea typeface="Calibri"/>
                <a:cs typeface="Calibri"/>
                <a:sym typeface="Calibri"/>
              </a:rPr>
              <a:t>Vosso reino,</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11191253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b="1" dirty="0">
                <a:solidFill>
                  <a:srgbClr val="EFEFEF"/>
                </a:solidFill>
                <a:latin typeface="Calibri"/>
                <a:ea typeface="Calibri"/>
                <a:cs typeface="Calibri"/>
                <a:sym typeface="Calibri"/>
              </a:rPr>
              <a:t>seja feita a Vossa vontade, assim na terra como no Céu. O pão nosso de cada </a:t>
            </a:r>
            <a:r>
              <a:rPr lang="pt-BR" sz="3500" b="1" dirty="0" smtClean="0">
                <a:solidFill>
                  <a:srgbClr val="EFEFEF"/>
                </a:solidFill>
                <a:latin typeface="Calibri"/>
                <a:ea typeface="Calibri"/>
                <a:cs typeface="Calibri"/>
                <a:sym typeface="Calibri"/>
              </a:rPr>
              <a:t>dia nos </a:t>
            </a:r>
            <a:r>
              <a:rPr lang="pt-BR" sz="3500" b="1" dirty="0">
                <a:solidFill>
                  <a:srgbClr val="EFEFEF"/>
                </a:solidFill>
                <a:latin typeface="Calibri"/>
                <a:ea typeface="Calibri"/>
                <a:cs typeface="Calibri"/>
                <a:sym typeface="Calibri"/>
              </a:rPr>
              <a:t>dai hoje; perdoai-nos as nossas </a:t>
            </a:r>
            <a:r>
              <a:rPr lang="pt-BR" sz="3500" b="1" dirty="0" smtClean="0">
                <a:solidFill>
                  <a:srgbClr val="EFEFEF"/>
                </a:solidFill>
                <a:latin typeface="Calibri"/>
                <a:ea typeface="Calibri"/>
                <a:cs typeface="Calibri"/>
                <a:sym typeface="Calibri"/>
              </a:rPr>
              <a:t>ofensas, assim </a:t>
            </a:r>
            <a:r>
              <a:rPr lang="pt-BR" sz="3500" b="1" dirty="0">
                <a:solidFill>
                  <a:srgbClr val="EFEFEF"/>
                </a:solidFill>
                <a:latin typeface="Calibri"/>
                <a:ea typeface="Calibri"/>
                <a:cs typeface="Calibri"/>
                <a:sym typeface="Calibri"/>
              </a:rPr>
              <a:t>como nós perdoamos a quem nos </a:t>
            </a:r>
            <a:r>
              <a:rPr lang="pt-BR" sz="3500" b="1" dirty="0" smtClean="0">
                <a:solidFill>
                  <a:srgbClr val="EFEFEF"/>
                </a:solidFill>
                <a:latin typeface="Calibri"/>
                <a:ea typeface="Calibri"/>
                <a:cs typeface="Calibri"/>
                <a:sym typeface="Calibri"/>
              </a:rPr>
              <a:t>tem ofendido</a:t>
            </a:r>
            <a:r>
              <a:rPr lang="pt-BR" sz="3500" b="1" dirty="0">
                <a:solidFill>
                  <a:srgbClr val="EFEFEF"/>
                </a:solidFill>
                <a:latin typeface="Calibri"/>
                <a:ea typeface="Calibri"/>
                <a:cs typeface="Calibri"/>
                <a:sym typeface="Calibri"/>
              </a:rPr>
              <a:t>, e não nos deixeis cair em </a:t>
            </a:r>
            <a:r>
              <a:rPr lang="pt-BR" sz="3500" b="1" dirty="0" smtClean="0">
                <a:solidFill>
                  <a:srgbClr val="EFEFEF"/>
                </a:solidFill>
                <a:latin typeface="Calibri"/>
                <a:ea typeface="Calibri"/>
                <a:cs typeface="Calibri"/>
                <a:sym typeface="Calibri"/>
              </a:rPr>
              <a:t>tentação, mas </a:t>
            </a:r>
            <a:r>
              <a:rPr lang="pt-BR" sz="3500" b="1" dirty="0">
                <a:solidFill>
                  <a:srgbClr val="EFEFEF"/>
                </a:solidFill>
                <a:latin typeface="Calibri"/>
                <a:ea typeface="Calibri"/>
                <a:cs typeface="Calibri"/>
                <a:sym typeface="Calibri"/>
              </a:rPr>
              <a:t>livrai-nos do mal</a:t>
            </a:r>
            <a:r>
              <a:rPr lang="pt-BR" sz="3500" b="1" dirty="0" smtClean="0">
                <a:solidFill>
                  <a:srgbClr val="EFEFEF"/>
                </a:solidFill>
                <a:latin typeface="Calibri"/>
                <a:ea typeface="Calibri"/>
                <a:cs typeface="Calibri"/>
                <a:sym typeface="Calibri"/>
              </a:rPr>
              <a:t>.</a:t>
            </a:r>
          </a:p>
          <a:p>
            <a:pPr marL="0" indent="0" algn="r">
              <a:lnSpc>
                <a:spcPct val="100000"/>
              </a:lnSpc>
              <a:spcBef>
                <a:spcPts val="1600"/>
              </a:spcBef>
              <a:buNone/>
            </a:pPr>
            <a:r>
              <a:rPr lang="pt-BR" sz="3500" dirty="0" smtClean="0">
                <a:solidFill>
                  <a:schemeClr val="accent1"/>
                </a:solidFill>
                <a:latin typeface="Calibri"/>
                <a:ea typeface="Calibri"/>
                <a:cs typeface="Calibri"/>
                <a:sym typeface="Calibri"/>
              </a:rPr>
              <a:t>(*Após </a:t>
            </a:r>
            <a:r>
              <a:rPr lang="pt-BR" sz="3500" dirty="0">
                <a:solidFill>
                  <a:schemeClr val="accent1"/>
                </a:solidFill>
                <a:latin typeface="Calibri"/>
                <a:ea typeface="Calibri"/>
                <a:cs typeface="Calibri"/>
                <a:sym typeface="Calibri"/>
              </a:rPr>
              <a:t>o Pai Nosso não se diz </a:t>
            </a:r>
            <a:r>
              <a:rPr lang="pt-BR" sz="3500" dirty="0" smtClean="0">
                <a:solidFill>
                  <a:schemeClr val="accent1"/>
                </a:solidFill>
                <a:latin typeface="Calibri"/>
                <a:ea typeface="Calibri"/>
                <a:cs typeface="Calibri"/>
                <a:sym typeface="Calibri"/>
              </a:rPr>
              <a:t>Amém.)</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4948609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432707"/>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Livrai-nos de todos os males, ó Pai, e </a:t>
            </a:r>
            <a:r>
              <a:rPr lang="pt-BR" sz="3500" dirty="0" smtClean="0">
                <a:solidFill>
                  <a:srgbClr val="FFFFFF"/>
                </a:solidFill>
                <a:latin typeface="Calibri"/>
                <a:ea typeface="Calibri"/>
                <a:cs typeface="Calibri"/>
                <a:sym typeface="Calibri"/>
              </a:rPr>
              <a:t>dai-nos </a:t>
            </a:r>
            <a:r>
              <a:rPr lang="pt-BR" sz="3500" dirty="0">
                <a:solidFill>
                  <a:srgbClr val="FFFFFF"/>
                </a:solidFill>
                <a:latin typeface="Calibri"/>
                <a:ea typeface="Calibri"/>
                <a:cs typeface="Calibri"/>
                <a:sym typeface="Calibri"/>
              </a:rPr>
              <a:t>hoje a vossa paz. Ajudados pela </a:t>
            </a:r>
            <a:r>
              <a:rPr lang="pt-BR" sz="3500" dirty="0" smtClean="0">
                <a:solidFill>
                  <a:srgbClr val="FFFFFF"/>
                </a:solidFill>
                <a:latin typeface="Calibri"/>
                <a:ea typeface="Calibri"/>
                <a:cs typeface="Calibri"/>
                <a:sym typeface="Calibri"/>
              </a:rPr>
              <a:t>vossa misericórdia</a:t>
            </a:r>
            <a:r>
              <a:rPr lang="pt-BR" sz="3500" dirty="0">
                <a:solidFill>
                  <a:srgbClr val="FFFFFF"/>
                </a:solidFill>
                <a:latin typeface="Calibri"/>
                <a:ea typeface="Calibri"/>
                <a:cs typeface="Calibri"/>
                <a:sym typeface="Calibri"/>
              </a:rPr>
              <a:t>, sejamos sempre livres do </a:t>
            </a:r>
            <a:r>
              <a:rPr lang="pt-BR" sz="3500" dirty="0" smtClean="0">
                <a:solidFill>
                  <a:srgbClr val="FFFFFF"/>
                </a:solidFill>
                <a:latin typeface="Calibri"/>
                <a:ea typeface="Calibri"/>
                <a:cs typeface="Calibri"/>
                <a:sym typeface="Calibri"/>
              </a:rPr>
              <a:t>pecado e </a:t>
            </a:r>
            <a:r>
              <a:rPr lang="pt-BR" sz="3500" dirty="0">
                <a:solidFill>
                  <a:srgbClr val="FFFFFF"/>
                </a:solidFill>
                <a:latin typeface="Calibri"/>
                <a:ea typeface="Calibri"/>
                <a:cs typeface="Calibri"/>
                <a:sym typeface="Calibri"/>
              </a:rPr>
              <a:t>protegidos de todos os perigos, </a:t>
            </a:r>
            <a:r>
              <a:rPr lang="pt-BR" sz="3500" dirty="0" smtClean="0">
                <a:solidFill>
                  <a:srgbClr val="FFFFFF"/>
                </a:solidFill>
                <a:latin typeface="Calibri"/>
                <a:ea typeface="Calibri"/>
                <a:cs typeface="Calibri"/>
                <a:sym typeface="Calibri"/>
              </a:rPr>
              <a:t>enquanto, vivendo </a:t>
            </a:r>
            <a:r>
              <a:rPr lang="pt-BR" sz="3500" dirty="0">
                <a:solidFill>
                  <a:srgbClr val="FFFFFF"/>
                </a:solidFill>
                <a:latin typeface="Calibri"/>
                <a:ea typeface="Calibri"/>
                <a:cs typeface="Calibri"/>
                <a:sym typeface="Calibri"/>
              </a:rPr>
              <a:t>a esperança, </a:t>
            </a:r>
            <a:r>
              <a:rPr lang="pt-BR" sz="3500" dirty="0" smtClean="0">
                <a:solidFill>
                  <a:srgbClr val="FFFFFF"/>
                </a:solidFill>
                <a:latin typeface="Calibri"/>
                <a:ea typeface="Calibri"/>
                <a:cs typeface="Calibri"/>
                <a:sym typeface="Calibri"/>
              </a:rPr>
              <a:t> aguardamos </a:t>
            </a:r>
            <a:r>
              <a:rPr lang="pt-BR" sz="3500" dirty="0">
                <a:solidFill>
                  <a:srgbClr val="FFFFFF"/>
                </a:solidFill>
                <a:latin typeface="Calibri"/>
                <a:ea typeface="Calibri"/>
                <a:cs typeface="Calibri"/>
                <a:sym typeface="Calibri"/>
              </a:rPr>
              <a:t>a vinda de Cristo salvador</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Vosso é o Reino, o poder e a glória para sempre!</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3652357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Senhor Jesus Cristo, dissestes aos </a:t>
            </a:r>
            <a:r>
              <a:rPr lang="pt-BR" sz="3500" dirty="0" smtClean="0">
                <a:solidFill>
                  <a:srgbClr val="FFFFFF"/>
                </a:solidFill>
                <a:latin typeface="Calibri"/>
                <a:ea typeface="Calibri"/>
                <a:cs typeface="Calibri"/>
                <a:sym typeface="Calibri"/>
              </a:rPr>
              <a:t>vossos apóstolos</a:t>
            </a:r>
            <a:r>
              <a:rPr lang="pt-BR" sz="3500" dirty="0">
                <a:solidFill>
                  <a:srgbClr val="FFFFFF"/>
                </a:solidFill>
                <a:latin typeface="Calibri"/>
                <a:ea typeface="Calibri"/>
                <a:cs typeface="Calibri"/>
                <a:sym typeface="Calibri"/>
              </a:rPr>
              <a:t>: eu vos deixo a paz, eu vos dou </a:t>
            </a:r>
            <a:r>
              <a:rPr lang="pt-BR" sz="3500" dirty="0" smtClean="0">
                <a:solidFill>
                  <a:srgbClr val="FFFFFF"/>
                </a:solidFill>
                <a:latin typeface="Calibri"/>
                <a:ea typeface="Calibri"/>
                <a:cs typeface="Calibri"/>
                <a:sym typeface="Calibri"/>
              </a:rPr>
              <a:t>a minha </a:t>
            </a:r>
            <a:r>
              <a:rPr lang="pt-BR" sz="3500" dirty="0">
                <a:solidFill>
                  <a:srgbClr val="FFFFFF"/>
                </a:solidFill>
                <a:latin typeface="Calibri"/>
                <a:ea typeface="Calibri"/>
                <a:cs typeface="Calibri"/>
                <a:sym typeface="Calibri"/>
              </a:rPr>
              <a:t>paz. Não olheis os nossos pecados, </a:t>
            </a:r>
            <a:r>
              <a:rPr lang="pt-BR" sz="3500" dirty="0" smtClean="0">
                <a:solidFill>
                  <a:srgbClr val="FFFFFF"/>
                </a:solidFill>
                <a:latin typeface="Calibri"/>
                <a:ea typeface="Calibri"/>
                <a:cs typeface="Calibri"/>
                <a:sym typeface="Calibri"/>
              </a:rPr>
              <a:t>mas a </a:t>
            </a:r>
            <a:r>
              <a:rPr lang="pt-BR" sz="3500" dirty="0">
                <a:solidFill>
                  <a:srgbClr val="FFFFFF"/>
                </a:solidFill>
                <a:latin typeface="Calibri"/>
                <a:ea typeface="Calibri"/>
                <a:cs typeface="Calibri"/>
                <a:sym typeface="Calibri"/>
              </a:rPr>
              <a:t>fé que anima vossa Igreja; dai-lhe, segundo </a:t>
            </a:r>
            <a:r>
              <a:rPr lang="pt-BR" sz="3500" dirty="0" smtClean="0">
                <a:solidFill>
                  <a:srgbClr val="FFFFFF"/>
                </a:solidFill>
                <a:latin typeface="Calibri"/>
                <a:ea typeface="Calibri"/>
                <a:cs typeface="Calibri"/>
                <a:sym typeface="Calibri"/>
              </a:rPr>
              <a:t>o vosso </a:t>
            </a:r>
            <a:r>
              <a:rPr lang="pt-BR" sz="3500" dirty="0">
                <a:solidFill>
                  <a:srgbClr val="FFFFFF"/>
                </a:solidFill>
                <a:latin typeface="Calibri"/>
                <a:ea typeface="Calibri"/>
                <a:cs typeface="Calibri"/>
                <a:sym typeface="Calibri"/>
              </a:rPr>
              <a:t>desejo, </a:t>
            </a:r>
            <a:r>
              <a:rPr lang="pt-BR" sz="3500" dirty="0" smtClean="0">
                <a:solidFill>
                  <a:srgbClr val="FFFFFF"/>
                </a:solidFill>
                <a:latin typeface="Calibri"/>
                <a:ea typeface="Calibri"/>
                <a:cs typeface="Calibri"/>
                <a:sym typeface="Calibri"/>
              </a:rPr>
              <a:t> a </a:t>
            </a:r>
            <a:r>
              <a:rPr lang="pt-BR" sz="3500" dirty="0">
                <a:solidFill>
                  <a:srgbClr val="FFFFFF"/>
                </a:solidFill>
                <a:latin typeface="Calibri"/>
                <a:ea typeface="Calibri"/>
                <a:cs typeface="Calibri"/>
                <a:sym typeface="Calibri"/>
              </a:rPr>
              <a:t>paz e a unidade. Vós, que sois Deus, com o Pai e o Espírito Santo</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smtClean="0">
                <a:solidFill>
                  <a:srgbClr val="EFEFEF"/>
                </a:solidFill>
                <a:latin typeface="Calibri"/>
                <a:ea typeface="Calibri"/>
                <a:cs typeface="Calibri"/>
                <a:sym typeface="Calibri"/>
              </a:rPr>
              <a:t>Amém.</a:t>
            </a:r>
            <a:endParaRPr lang="pt-BR" sz="3500" dirty="0">
              <a:solidFill>
                <a:srgbClr val="FFFFFF"/>
              </a:solidFill>
              <a:latin typeface="Calibri"/>
              <a:ea typeface="Calibri"/>
              <a:cs typeface="Calibri"/>
              <a:sym typeface="Calibri"/>
            </a:endParaRPr>
          </a:p>
        </p:txBody>
      </p:sp>
      <p:sp>
        <p:nvSpPr>
          <p:cNvPr id="6"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8"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8256977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A paz do Senhor esteja sempre convosco</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O amor de Cristo nos uniu</a:t>
            </a:r>
            <a:r>
              <a:rPr lang="pt-BR" sz="3500" b="1" dirty="0" smtClean="0">
                <a:solidFill>
                  <a:srgbClr val="EFEFEF"/>
                </a:solidFill>
                <a:latin typeface="Calibri"/>
                <a:ea typeface="Calibri"/>
                <a:cs typeface="Calibri"/>
                <a:sym typeface="Calibri"/>
              </a:rPr>
              <a:t>.</a:t>
            </a:r>
            <a:endParaRPr lang="pt-BR" sz="3500" dirty="0">
              <a:solidFill>
                <a:srgbClr val="FFFFFF"/>
              </a:solidFill>
              <a:latin typeface="Calibri"/>
              <a:ea typeface="Calibri"/>
              <a:cs typeface="Calibri"/>
              <a:sym typeface="Calibri"/>
            </a:endParaRPr>
          </a:p>
        </p:txBody>
      </p:sp>
      <p:sp>
        <p:nvSpPr>
          <p:cNvPr id="6"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8"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9160692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Cordeiro de Deus, que tirais o pecado do mundo, tende piedade de </a:t>
            </a:r>
            <a:r>
              <a:rPr lang="pt-BR" sz="3500" b="1" dirty="0" smtClean="0">
                <a:solidFill>
                  <a:srgbClr val="EFEFEF"/>
                </a:solidFill>
                <a:latin typeface="Calibri"/>
                <a:ea typeface="Calibri"/>
                <a:cs typeface="Calibri"/>
                <a:sym typeface="Calibri"/>
              </a:rPr>
              <a:t>nós.</a:t>
            </a:r>
          </a:p>
          <a:p>
            <a:pPr marL="0" lvl="0" indent="0">
              <a:lnSpc>
                <a:spcPct val="100000"/>
              </a:lnSpc>
              <a:buNone/>
            </a:pPr>
            <a:r>
              <a:rPr lang="pt-BR" sz="3500" b="1" dirty="0" smtClean="0">
                <a:solidFill>
                  <a:srgbClr val="EFEFEF"/>
                </a:solidFill>
                <a:latin typeface="Calibri"/>
                <a:ea typeface="Calibri"/>
                <a:cs typeface="Calibri"/>
                <a:sym typeface="Calibri"/>
              </a:rPr>
              <a:t>Cordeiro </a:t>
            </a:r>
            <a:r>
              <a:rPr lang="pt-BR" sz="3500" b="1" dirty="0">
                <a:solidFill>
                  <a:srgbClr val="EFEFEF"/>
                </a:solidFill>
                <a:latin typeface="Calibri"/>
                <a:ea typeface="Calibri"/>
                <a:cs typeface="Calibri"/>
                <a:sym typeface="Calibri"/>
              </a:rPr>
              <a:t>de Deus, que tirais o pecado do mundo, tende piedade de </a:t>
            </a:r>
            <a:r>
              <a:rPr lang="pt-BR" sz="3500" b="1" dirty="0" smtClean="0">
                <a:solidFill>
                  <a:srgbClr val="EFEFEF"/>
                </a:solidFill>
                <a:latin typeface="Calibri"/>
                <a:ea typeface="Calibri"/>
                <a:cs typeface="Calibri"/>
                <a:sym typeface="Calibri"/>
              </a:rPr>
              <a:t>nós.</a:t>
            </a:r>
          </a:p>
          <a:p>
            <a:pPr marL="0" lvl="0" indent="0">
              <a:lnSpc>
                <a:spcPct val="100000"/>
              </a:lnSpc>
              <a:buNone/>
            </a:pPr>
            <a:r>
              <a:rPr lang="pt-BR" sz="3500" b="1" dirty="0" smtClean="0">
                <a:solidFill>
                  <a:srgbClr val="EFEFEF"/>
                </a:solidFill>
                <a:latin typeface="Calibri"/>
                <a:ea typeface="Calibri"/>
                <a:cs typeface="Calibri"/>
                <a:sym typeface="Calibri"/>
              </a:rPr>
              <a:t>Cordeiro </a:t>
            </a:r>
            <a:r>
              <a:rPr lang="pt-BR" sz="3500" b="1" dirty="0">
                <a:solidFill>
                  <a:srgbClr val="EFEFEF"/>
                </a:solidFill>
                <a:latin typeface="Calibri"/>
                <a:ea typeface="Calibri"/>
                <a:cs typeface="Calibri"/>
                <a:sym typeface="Calibri"/>
              </a:rPr>
              <a:t>de Deus que tirais o pecado do mundo, dai-nos a paz</a:t>
            </a:r>
            <a:r>
              <a:rPr lang="pt-BR" sz="3500" b="1" dirty="0" smtClean="0">
                <a:solidFill>
                  <a:srgbClr val="EFEFEF"/>
                </a:solidFill>
                <a:latin typeface="Calibri"/>
                <a:ea typeface="Calibri"/>
                <a:cs typeface="Calibri"/>
                <a:sym typeface="Calibri"/>
              </a:rPr>
              <a:t>.</a:t>
            </a:r>
            <a:endParaRPr lang="pt-BR" sz="3500" dirty="0">
              <a:solidFill>
                <a:srgbClr val="FFFFFF"/>
              </a:solidFill>
              <a:latin typeface="Calibri"/>
              <a:ea typeface="Calibri"/>
              <a:cs typeface="Calibri"/>
              <a:sym typeface="Calibri"/>
            </a:endParaRPr>
          </a:p>
        </p:txBody>
      </p:sp>
      <p:sp>
        <p:nvSpPr>
          <p:cNvPr id="6"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8"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5097585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smtClean="0">
                <a:solidFill>
                  <a:schemeClr val="accent1"/>
                </a:solidFill>
                <a:latin typeface="Calibri"/>
                <a:ea typeface="Calibri"/>
                <a:cs typeface="Calibri"/>
                <a:sym typeface="Calibri"/>
              </a:rPr>
              <a:t>P. </a:t>
            </a:r>
            <a:r>
              <a:rPr lang="pt-BR" sz="3500" dirty="0">
                <a:solidFill>
                  <a:srgbClr val="FFFFFF"/>
                </a:solidFill>
                <a:latin typeface="Calibri"/>
                <a:ea typeface="Calibri"/>
                <a:cs typeface="Calibri"/>
                <a:sym typeface="Calibri"/>
              </a:rPr>
              <a:t>Felizes os convidados para a ceia do Senhor. Eis o Cordeiro de Deus, que tira o pecado do mundo</a:t>
            </a:r>
            <a:r>
              <a:rPr lang="pt-BR" sz="3500" dirty="0" smtClean="0">
                <a:solidFill>
                  <a:srgbClr val="FFFFFF"/>
                </a:solidFill>
                <a:latin typeface="Calibri"/>
                <a:ea typeface="Calibri"/>
                <a:cs typeface="Calibri"/>
                <a:sym typeface="Calibri"/>
              </a:rPr>
              <a:t>.</a:t>
            </a:r>
            <a:endParaRPr lang="pt-BR" sz="3500" dirty="0">
              <a:solidFill>
                <a:srgbClr val="EFEFE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a:t>
            </a:r>
            <a:r>
              <a:rPr lang="pt-BR" sz="3500" dirty="0">
                <a:solidFill>
                  <a:srgbClr val="EFEFEF"/>
                </a:solidFill>
                <a:latin typeface="Calibri"/>
                <a:ea typeface="Calibri"/>
                <a:cs typeface="Calibri"/>
                <a:sym typeface="Calibri"/>
              </a:rPr>
              <a:t> </a:t>
            </a:r>
            <a:r>
              <a:rPr lang="pt-BR" sz="3500" b="1" dirty="0">
                <a:solidFill>
                  <a:srgbClr val="EFEFEF"/>
                </a:solidFill>
                <a:latin typeface="Calibri"/>
                <a:ea typeface="Calibri"/>
                <a:cs typeface="Calibri"/>
                <a:sym typeface="Calibri"/>
              </a:rPr>
              <a:t>Senhor, eu não sou digno de que entreis em minha morada, mas dizei uma palavra e serei salvo</a:t>
            </a:r>
            <a:r>
              <a:rPr lang="pt-BR" sz="3500" b="1" dirty="0" smtClean="0">
                <a:solidFill>
                  <a:srgbClr val="EFEFEF"/>
                </a:solidFill>
                <a:latin typeface="Calibri"/>
                <a:ea typeface="Calibri"/>
                <a:cs typeface="Calibri"/>
                <a:sym typeface="Calibri"/>
              </a:rPr>
              <a:t>.</a:t>
            </a:r>
            <a:endParaRPr lang="pt-BR" sz="3500" dirty="0">
              <a:solidFill>
                <a:srgbClr val="FFFFFF"/>
              </a:solidFill>
              <a:latin typeface="Calibri"/>
              <a:ea typeface="Calibri"/>
              <a:cs typeface="Calibri"/>
              <a:sym typeface="Calibri"/>
            </a:endParaRPr>
          </a:p>
        </p:txBody>
      </p:sp>
      <p:sp>
        <p:nvSpPr>
          <p:cNvPr id="6"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Rito da Comunhão</a:t>
            </a:r>
          </a:p>
        </p:txBody>
      </p:sp>
      <p:sp>
        <p:nvSpPr>
          <p:cNvPr id="8"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33302591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1"/>
        <p:cNvGrpSpPr/>
        <p:nvPr/>
      </p:nvGrpSpPr>
      <p:grpSpPr>
        <a:xfrm>
          <a:off x="0" y="0"/>
          <a:ext cx="0" cy="0"/>
          <a:chOff x="0" y="0"/>
          <a:chExt cx="0" cy="0"/>
        </a:xfrm>
      </p:grpSpPr>
    </p:spTree>
    <p:extLst>
      <p:ext uri="{BB962C8B-B14F-4D97-AF65-F5344CB8AC3E}">
        <p14:creationId xmlns:p14="http://schemas.microsoft.com/office/powerpoint/2010/main" val="40622440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5"/>
        <p:cNvGrpSpPr/>
        <p:nvPr/>
      </p:nvGrpSpPr>
      <p:grpSpPr>
        <a:xfrm>
          <a:off x="0" y="0"/>
          <a:ext cx="0" cy="0"/>
          <a:chOff x="0" y="0"/>
          <a:chExt cx="0" cy="0"/>
        </a:xfrm>
      </p:grpSpPr>
    </p:spTree>
    <p:extLst>
      <p:ext uri="{BB962C8B-B14F-4D97-AF65-F5344CB8AC3E}">
        <p14:creationId xmlns:p14="http://schemas.microsoft.com/office/powerpoint/2010/main" val="210344514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gn="ctr">
              <a:lnSpc>
                <a:spcPct val="100000"/>
              </a:lnSpc>
              <a:buNone/>
            </a:pPr>
            <a:endParaRPr lang="pt-BR" sz="3500" dirty="0" smtClean="0">
              <a:solidFill>
                <a:schemeClr val="accent1"/>
              </a:solidFill>
              <a:latin typeface="Calibri"/>
              <a:ea typeface="Calibri"/>
              <a:cs typeface="Calibri"/>
              <a:sym typeface="Calibri"/>
            </a:endParaRPr>
          </a:p>
          <a:p>
            <a:pPr marL="0" lvl="0" indent="0" algn="ctr">
              <a:lnSpc>
                <a:spcPct val="100000"/>
              </a:lnSpc>
              <a:buNone/>
            </a:pPr>
            <a:endParaRPr lang="pt-BR" sz="3500" dirty="0">
              <a:solidFill>
                <a:schemeClr val="accent1"/>
              </a:solidFill>
              <a:latin typeface="Calibri"/>
              <a:ea typeface="Calibri"/>
              <a:cs typeface="Calibri"/>
              <a:sym typeface="Calibri"/>
            </a:endParaRPr>
          </a:p>
          <a:p>
            <a:pPr marL="0" lvl="0" indent="0" algn="ctr">
              <a:lnSpc>
                <a:spcPct val="100000"/>
              </a:lnSpc>
              <a:buNone/>
            </a:pPr>
            <a:endParaRPr lang="pt-BR" sz="3500" dirty="0" smtClean="0">
              <a:solidFill>
                <a:schemeClr val="accent1"/>
              </a:solidFill>
              <a:latin typeface="Calibri"/>
              <a:ea typeface="Calibri"/>
              <a:cs typeface="Calibri"/>
              <a:sym typeface="Calibri"/>
            </a:endParaRPr>
          </a:p>
          <a:p>
            <a:pPr marL="0" lvl="0" indent="0" algn="ctr">
              <a:lnSpc>
                <a:spcPct val="100000"/>
              </a:lnSpc>
              <a:buNone/>
            </a:pPr>
            <a:r>
              <a:rPr lang="pt-BR" sz="3500" dirty="0" smtClean="0">
                <a:solidFill>
                  <a:schemeClr val="accent1"/>
                </a:solidFill>
                <a:latin typeface="Calibri"/>
                <a:ea typeface="Calibri"/>
                <a:cs typeface="Calibri"/>
                <a:sym typeface="Calibri"/>
              </a:rPr>
              <a:t>COMUNHÃO</a:t>
            </a:r>
          </a:p>
          <a:p>
            <a:pPr marL="0" lvl="0" indent="0" algn="ctr">
              <a:lnSpc>
                <a:spcPct val="100000"/>
              </a:lnSpc>
              <a:buNone/>
            </a:pPr>
            <a:endParaRPr lang="pt-BR" sz="3500" dirty="0">
              <a:solidFill>
                <a:schemeClr val="accent1"/>
              </a:solidFill>
              <a:latin typeface="Calibri"/>
              <a:ea typeface="Calibri"/>
              <a:cs typeface="Calibri"/>
              <a:sym typeface="Calibri"/>
            </a:endParaRPr>
          </a:p>
          <a:p>
            <a:pPr marL="0" indent="0" algn="r">
              <a:lnSpc>
                <a:spcPct val="100000"/>
              </a:lnSpc>
              <a:spcBef>
                <a:spcPts val="1600"/>
              </a:spcBef>
              <a:buNone/>
            </a:pPr>
            <a:r>
              <a:rPr lang="pt-BR" sz="3500" dirty="0" smtClean="0">
                <a:solidFill>
                  <a:schemeClr val="accent1"/>
                </a:solidFill>
                <a:latin typeface="Calibri"/>
                <a:ea typeface="Calibri"/>
                <a:cs typeface="Calibri"/>
                <a:sym typeface="Calibri"/>
              </a:rPr>
              <a:t>(Aguardem os padres e ministros</a:t>
            </a:r>
            <a:br>
              <a:rPr lang="pt-BR" sz="3500" dirty="0" smtClean="0">
                <a:solidFill>
                  <a:schemeClr val="accent1"/>
                </a:solidFill>
                <a:latin typeface="Calibri"/>
                <a:ea typeface="Calibri"/>
                <a:cs typeface="Calibri"/>
                <a:sym typeface="Calibri"/>
              </a:rPr>
            </a:br>
            <a:r>
              <a:rPr lang="pt-BR" sz="3500" dirty="0" smtClean="0">
                <a:solidFill>
                  <a:schemeClr val="accent1"/>
                </a:solidFill>
                <a:latin typeface="Calibri"/>
                <a:ea typeface="Calibri"/>
                <a:cs typeface="Calibri"/>
                <a:sym typeface="Calibri"/>
              </a:rPr>
              <a:t>nos seus lugares.)</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a:t>
            </a:r>
            <a:r>
              <a:rPr lang="pt-BR" sz="1600" b="1" dirty="0" smtClean="0">
                <a:solidFill>
                  <a:schemeClr val="tx1"/>
                </a:solidFill>
              </a:rPr>
              <a:t>Eucarística</a:t>
            </a:r>
            <a:endParaRPr lang="pt-BR" sz="1600" b="1" dirty="0">
              <a:solidFill>
                <a:schemeClr val="tx1"/>
              </a:solidFill>
            </a:endParaRPr>
          </a:p>
        </p:txBody>
      </p:sp>
    </p:spTree>
    <p:extLst>
      <p:ext uri="{BB962C8B-B14F-4D97-AF65-F5344CB8AC3E}">
        <p14:creationId xmlns:p14="http://schemas.microsoft.com/office/powerpoint/2010/main" val="32876596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a:solidFill>
                  <a:schemeClr val="accent1"/>
                </a:solidFill>
                <a:latin typeface="Calibri"/>
                <a:ea typeface="Calibri"/>
                <a:cs typeface="Calibri"/>
                <a:sym typeface="Calibri"/>
              </a:rPr>
              <a:t>Antífona da </a:t>
            </a:r>
            <a:r>
              <a:rPr lang="pt-BR" sz="3500" b="1" dirty="0" smtClean="0">
                <a:solidFill>
                  <a:schemeClr val="accent1"/>
                </a:solidFill>
                <a:latin typeface="Calibri"/>
                <a:ea typeface="Calibri"/>
                <a:cs typeface="Calibri"/>
                <a:sym typeface="Calibri"/>
              </a:rPr>
              <a:t>Comunhão</a:t>
            </a:r>
            <a:endParaRPr lang="pt-BR" sz="3500" b="1" dirty="0">
              <a:solidFill>
                <a:schemeClr val="accent1"/>
              </a:solidFill>
              <a:latin typeface="Calibri"/>
              <a:ea typeface="Calibri"/>
              <a:cs typeface="Calibri"/>
              <a:sym typeface="Calibri"/>
            </a:endParaRPr>
          </a:p>
          <a:p>
            <a:pPr marL="0" lvl="0" indent="0">
              <a:lnSpc>
                <a:spcPct val="100000"/>
              </a:lnSpc>
              <a:spcBef>
                <a:spcPts val="1600"/>
              </a:spcBef>
              <a:buNone/>
            </a:pPr>
            <a:r>
              <a:rPr lang="pt-BR" sz="3500" dirty="0">
                <a:solidFill>
                  <a:srgbClr val="F3F3F3"/>
                </a:solidFill>
                <a:latin typeface="Calibri"/>
                <a:ea typeface="Calibri"/>
                <a:cs typeface="Calibri"/>
                <a:sym typeface="Calibri"/>
              </a:rPr>
              <a:t>Todas as nações cantam as vossas glórias, ó Maria; por vós nos veio o sol da justiça, o Cristo, nosso Deus.</a:t>
            </a: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Eucarística - Antífona da Comunhão</a:t>
            </a: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smtClean="0">
                <a:solidFill>
                  <a:schemeClr val="tx1"/>
                </a:solidFill>
              </a:rPr>
              <a:t>Sentados</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6571304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0"/>
          <p:cNvSpPr txBox="1">
            <a:spLocks noGrp="1"/>
          </p:cNvSpPr>
          <p:nvPr>
            <p:ph type="body" idx="1"/>
          </p:nvPr>
        </p:nvSpPr>
        <p:spPr>
          <a:xfrm>
            <a:off x="251999" y="771750"/>
            <a:ext cx="8640001" cy="3960000"/>
          </a:xfrm>
          <a:prstGeom prst="rect">
            <a:avLst/>
          </a:prstGeom>
          <a:ln>
            <a:noFill/>
          </a:ln>
        </p:spPr>
        <p:txBody>
          <a:bodyPr spcFirstLastPara="1" wrap="square" lIns="91425" tIns="91425" rIns="91425" bIns="91425" anchor="t" anchorCtr="0">
            <a:noAutofit/>
          </a:bodyPr>
          <a:lstStyle/>
          <a:p>
            <a:pPr marL="0" lvl="0" indent="0" algn="ctr">
              <a:lnSpc>
                <a:spcPct val="100000"/>
              </a:lnSpc>
              <a:buNone/>
            </a:pPr>
            <a:endParaRPr lang="pt-BR" sz="3500" dirty="0" smtClean="0">
              <a:solidFill>
                <a:schemeClr val="accent1"/>
              </a:solidFill>
              <a:latin typeface="Calibri"/>
              <a:ea typeface="Calibri"/>
              <a:cs typeface="Calibri"/>
              <a:sym typeface="Calibri"/>
            </a:endParaRPr>
          </a:p>
          <a:p>
            <a:pPr marL="0" lvl="0" indent="0" algn="ctr">
              <a:lnSpc>
                <a:spcPct val="100000"/>
              </a:lnSpc>
              <a:buNone/>
            </a:pPr>
            <a:endParaRPr lang="pt-BR" sz="3500" dirty="0">
              <a:solidFill>
                <a:schemeClr val="accent1"/>
              </a:solidFill>
              <a:latin typeface="Calibri"/>
              <a:ea typeface="Calibri"/>
              <a:cs typeface="Calibri"/>
              <a:sym typeface="Calibri"/>
            </a:endParaRPr>
          </a:p>
          <a:p>
            <a:pPr marL="0" lvl="0" indent="0" algn="ctr">
              <a:lnSpc>
                <a:spcPct val="100000"/>
              </a:lnSpc>
              <a:buNone/>
            </a:pPr>
            <a:endParaRPr lang="pt-BR" sz="3500" dirty="0" smtClean="0">
              <a:solidFill>
                <a:schemeClr val="accent1"/>
              </a:solidFill>
              <a:latin typeface="Calibri"/>
              <a:ea typeface="Calibri"/>
              <a:cs typeface="Calibri"/>
              <a:sym typeface="Calibri"/>
            </a:endParaRPr>
          </a:p>
          <a:p>
            <a:pPr marL="0" lvl="0" indent="0" algn="ctr">
              <a:lnSpc>
                <a:spcPct val="100000"/>
              </a:lnSpc>
              <a:buNone/>
            </a:pPr>
            <a:r>
              <a:rPr lang="pt-BR" sz="3500" dirty="0" smtClean="0">
                <a:solidFill>
                  <a:schemeClr val="accent1"/>
                </a:solidFill>
                <a:latin typeface="Calibri"/>
                <a:ea typeface="Calibri"/>
                <a:cs typeface="Calibri"/>
                <a:sym typeface="Calibri"/>
              </a:rPr>
              <a:t>AÇÃO DE GRAÇAS</a:t>
            </a:r>
            <a:endParaRPr lang="pt-BR" sz="3500" dirty="0">
              <a:solidFill>
                <a:srgbClr val="FFFFFF"/>
              </a:solidFill>
              <a:latin typeface="Calibri"/>
              <a:ea typeface="Calibri"/>
              <a:cs typeface="Calibri"/>
              <a:sym typeface="Calibri"/>
            </a:endParaRPr>
          </a:p>
        </p:txBody>
      </p:sp>
      <p:sp>
        <p:nvSpPr>
          <p:cNvPr id="559" name="Google Shape;559;p8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560" name="Google Shape;560;p8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lvl="0"/>
            <a:r>
              <a:rPr lang="pt-BR" sz="1600" b="1" dirty="0">
                <a:solidFill>
                  <a:schemeClr val="tx1"/>
                </a:solidFill>
              </a:rPr>
              <a:t>Liturgia </a:t>
            </a:r>
            <a:r>
              <a:rPr lang="pt-BR" sz="1600" b="1" dirty="0" smtClean="0">
                <a:solidFill>
                  <a:schemeClr val="tx1"/>
                </a:solidFill>
              </a:rPr>
              <a:t>Eucarística</a:t>
            </a:r>
            <a:endParaRPr lang="pt-BR" sz="1600" b="1" dirty="0">
              <a:solidFill>
                <a:schemeClr val="tx1"/>
              </a:solidFill>
            </a:endParaRPr>
          </a:p>
        </p:txBody>
      </p:sp>
      <p:sp>
        <p:nvSpPr>
          <p:cNvPr id="561" name="Google Shape;561;p8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smtClean="0">
                <a:solidFill>
                  <a:schemeClr val="tx1"/>
                </a:solidFill>
              </a:rPr>
              <a:t>Sentados</a:t>
            </a:r>
            <a:endParaRPr sz="1600" b="1" dirty="0">
              <a:solidFill>
                <a:schemeClr val="tx1"/>
              </a:solidFill>
            </a:endParaRPr>
          </a:p>
          <a:p>
            <a:pPr marL="0" lvl="0" indent="0" algn="r" rtl="0">
              <a:spcBef>
                <a:spcPts val="0"/>
              </a:spcBef>
              <a:spcAft>
                <a:spcPts val="0"/>
              </a:spcAft>
              <a:buNone/>
            </a:pPr>
            <a:endParaRPr sz="1600" b="1" dirty="0">
              <a:solidFill>
                <a:srgbClr val="F3F3F3"/>
              </a:solidFill>
            </a:endParaRPr>
          </a:p>
        </p:txBody>
      </p:sp>
    </p:spTree>
    <p:extLst>
      <p:ext uri="{BB962C8B-B14F-4D97-AF65-F5344CB8AC3E}">
        <p14:creationId xmlns:p14="http://schemas.microsoft.com/office/powerpoint/2010/main" val="21076314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100"/>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a:t>
            </a:r>
            <a:r>
              <a:rPr lang="pt-BR" sz="3500" dirty="0">
                <a:solidFill>
                  <a:srgbClr val="FFFFFF"/>
                </a:solidFill>
                <a:latin typeface="Calibri"/>
                <a:ea typeface="Calibri"/>
                <a:cs typeface="Calibri"/>
                <a:sym typeface="Calibri"/>
              </a:rPr>
              <a:t> OREMOS: Senhor nosso Deus, que a comunhão na vossa Eucaristia cure em nós as feridas do pecado original, do qual Maria foi preservada de modo admirável ao ser concebida sem </a:t>
            </a:r>
            <a:r>
              <a:rPr lang="pt-BR" sz="3500" dirty="0" smtClean="0">
                <a:solidFill>
                  <a:srgbClr val="FFFFFF"/>
                </a:solidFill>
                <a:latin typeface="Calibri"/>
                <a:ea typeface="Calibri"/>
                <a:cs typeface="Calibri"/>
                <a:sym typeface="Calibri"/>
              </a:rPr>
              <a:t>pecado.</a:t>
            </a:r>
          </a:p>
          <a:p>
            <a:pPr marL="0" lvl="0" indent="0">
              <a:lnSpc>
                <a:spcPct val="100000"/>
              </a:lnSpc>
              <a:buNone/>
            </a:pPr>
            <a:r>
              <a:rPr lang="pt-BR" sz="3500" dirty="0" smtClean="0">
                <a:solidFill>
                  <a:srgbClr val="FFFFFF"/>
                </a:solidFill>
                <a:latin typeface="Calibri"/>
                <a:ea typeface="Calibri"/>
                <a:cs typeface="Calibri"/>
                <a:sym typeface="Calibri"/>
              </a:rPr>
              <a:t>Por </a:t>
            </a:r>
            <a:r>
              <a:rPr lang="pt-BR" sz="3500" dirty="0">
                <a:solidFill>
                  <a:srgbClr val="FFFFFF"/>
                </a:solidFill>
                <a:latin typeface="Calibri"/>
                <a:ea typeface="Calibri"/>
                <a:cs typeface="Calibri"/>
                <a:sym typeface="Calibri"/>
              </a:rPr>
              <a:t>Cristo, nosso </a:t>
            </a:r>
            <a:r>
              <a:rPr lang="pt-BR" sz="3500" dirty="0" smtClean="0">
                <a:solidFill>
                  <a:srgbClr val="FFFFFF"/>
                </a:solidFill>
                <a:latin typeface="Calibri"/>
                <a:ea typeface="Calibri"/>
                <a:cs typeface="Calibri"/>
                <a:sym typeface="Calibri"/>
              </a:rPr>
              <a:t>Senhor.</a:t>
            </a:r>
            <a:endParaRPr lang="pt-BR" sz="3500" dirty="0">
              <a:solidFill>
                <a:srgbClr val="FFFFFF"/>
              </a:solidFill>
              <a:latin typeface="Calibri"/>
              <a:ea typeface="Calibri"/>
              <a:cs typeface="Calibri"/>
              <a:sym typeface="Calibri"/>
            </a:endParaRPr>
          </a:p>
          <a:p>
            <a:pPr marL="0" lvl="0" indent="0" algn="l" rtl="0">
              <a:lnSpc>
                <a:spcPct val="100000"/>
              </a:lnSpc>
              <a:spcBef>
                <a:spcPts val="1600"/>
              </a:spcBef>
              <a:spcAft>
                <a:spcPts val="0"/>
              </a:spcAft>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a:t>
            </a:r>
            <a:r>
              <a:rPr lang="pt-BR" sz="3500" dirty="0">
                <a:solidFill>
                  <a:srgbClr val="FFFFFF"/>
                </a:solidFill>
                <a:latin typeface="Calibri"/>
                <a:ea typeface="Calibri"/>
                <a:cs typeface="Calibri"/>
                <a:sym typeface="Calibri"/>
              </a:rPr>
              <a:t> </a:t>
            </a:r>
            <a:r>
              <a:rPr lang="pt-BR" sz="3500" b="1" dirty="0">
                <a:solidFill>
                  <a:srgbClr val="FFFFFF"/>
                </a:solidFill>
                <a:latin typeface="Calibri"/>
                <a:ea typeface="Calibri"/>
                <a:cs typeface="Calibri"/>
                <a:sym typeface="Calibri"/>
              </a:rPr>
              <a:t>Amém</a:t>
            </a:r>
            <a:r>
              <a:rPr lang="pt-BR" sz="3500" b="1" dirty="0" smtClean="0">
                <a:solidFill>
                  <a:srgbClr val="FFFFFF"/>
                </a:solidFill>
                <a:latin typeface="Calibri"/>
                <a:ea typeface="Calibri"/>
                <a:cs typeface="Calibri"/>
                <a:sym typeface="Calibri"/>
              </a:rPr>
              <a:t>.</a:t>
            </a:r>
            <a:endParaRPr sz="3500" b="1" dirty="0">
              <a:solidFill>
                <a:srgbClr val="FFFFFF"/>
              </a:solidFill>
              <a:latin typeface="Calibri"/>
              <a:ea typeface="Calibri"/>
              <a:cs typeface="Calibri"/>
              <a:sym typeface="Calibri"/>
            </a:endParaRPr>
          </a:p>
        </p:txBody>
      </p:sp>
      <p:sp>
        <p:nvSpPr>
          <p:cNvPr id="719" name="Google Shape;719;p100"/>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20" name="Google Shape;720;p100"/>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Liturgia </a:t>
            </a:r>
            <a:r>
              <a:rPr lang="pt-BR" sz="1600" b="1" dirty="0" smtClean="0">
                <a:solidFill>
                  <a:schemeClr val="tx1"/>
                </a:solidFill>
              </a:rPr>
              <a:t>Eucarística </a:t>
            </a:r>
            <a:r>
              <a:rPr lang="pt-BR" sz="1600" b="1" dirty="0">
                <a:solidFill>
                  <a:schemeClr val="tx1"/>
                </a:solidFill>
              </a:rPr>
              <a:t>- Depois da Comunhão</a:t>
            </a:r>
            <a:endParaRPr sz="1600" b="1" dirty="0">
              <a:solidFill>
                <a:schemeClr val="tx1"/>
              </a:solidFill>
            </a:endParaRPr>
          </a:p>
        </p:txBody>
      </p:sp>
      <p:sp>
        <p:nvSpPr>
          <p:cNvPr id="721" name="Google Shape;721;p100"/>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7" name="Google Shape;727;p101"/>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28" name="Google Shape;728;p101"/>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Finais - Vivência</a:t>
            </a:r>
            <a:endParaRPr sz="1600" b="1" dirty="0">
              <a:solidFill>
                <a:schemeClr val="tx1"/>
              </a:solidFill>
            </a:endParaRPr>
          </a:p>
        </p:txBody>
      </p:sp>
      <p:sp>
        <p:nvSpPr>
          <p:cNvPr id="729" name="Google Shape;729;p101"/>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smtClean="0">
                <a:solidFill>
                  <a:schemeClr val="tx1"/>
                </a:solidFill>
              </a:rPr>
              <a:t>Sentados</a:t>
            </a:r>
            <a:endParaRPr sz="1600" b="1" dirty="0">
              <a:solidFill>
                <a:schemeClr val="tx1"/>
              </a:solidFill>
            </a:endParaRPr>
          </a:p>
        </p:txBody>
      </p:sp>
      <p:sp>
        <p:nvSpPr>
          <p:cNvPr id="8" name="Google Shape;718;p100"/>
          <p:cNvSpPr txBox="1">
            <a:spLocks noGrp="1"/>
          </p:cNvSpPr>
          <p:nvPr>
            <p:ph type="body" idx="1"/>
          </p:nvPr>
        </p:nvSpPr>
        <p:spPr>
          <a:xfrm>
            <a:off x="252000" y="548009"/>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spcAft>
                <a:spcPts val="1600"/>
              </a:spcAft>
              <a:buNone/>
            </a:pPr>
            <a:r>
              <a:rPr lang="pt-BR" sz="3500" dirty="0">
                <a:solidFill>
                  <a:schemeClr val="accent1"/>
                </a:solidFill>
                <a:latin typeface="Calibri"/>
                <a:ea typeface="Calibri"/>
                <a:cs typeface="Calibri"/>
                <a:sym typeface="Calibri"/>
              </a:rPr>
              <a:t>L.</a:t>
            </a:r>
            <a:r>
              <a:rPr lang="pt-BR" sz="3500" dirty="0">
                <a:solidFill>
                  <a:srgbClr val="FFFFFF"/>
                </a:solidFill>
                <a:latin typeface="Calibri"/>
                <a:ea typeface="Calibri"/>
                <a:cs typeface="Calibri"/>
                <a:sym typeface="Calibri"/>
              </a:rPr>
              <a:t> Em previsão dos méritos de Cristo, Maria foi preservada do pecado. Em previsão de nossa união com Cristo, fomos redimidos pelo seu Sangue derramado por nós, cujo mistério celebramos em cada Eucaristia. Que cada um de nós assuma o compromisso de gerar Cristo no mundo com nossos pensamentos e atitudes.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1"/>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5"/>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4"/>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b="1" dirty="0" smtClean="0">
                <a:solidFill>
                  <a:schemeClr val="accent1"/>
                </a:solidFill>
                <a:latin typeface="Calibri"/>
                <a:ea typeface="Calibri"/>
                <a:cs typeface="Calibri"/>
                <a:sym typeface="Calibri"/>
              </a:rPr>
              <a:t>Benção Final e Despedida</a:t>
            </a:r>
            <a:endParaRPr lang="pt-BR" sz="3500" b="1" dirty="0">
              <a:solidFill>
                <a:schemeClr val="accent1"/>
              </a:solidFill>
              <a:latin typeface="Calibri"/>
              <a:ea typeface="Calibri"/>
              <a:cs typeface="Calibri"/>
              <a:sym typeface="Calibri"/>
            </a:endParaRPr>
          </a:p>
          <a:p>
            <a:pPr marL="0" lvl="0" indent="0" algn="l" rtl="0">
              <a:lnSpc>
                <a:spcPct val="100000"/>
              </a:lnSpc>
              <a:spcBef>
                <a:spcPts val="16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a:t>
            </a:r>
            <a:r>
              <a:rPr lang="pt-BR" sz="3500" dirty="0">
                <a:solidFill>
                  <a:srgbClr val="FFFFFF"/>
                </a:solidFill>
                <a:latin typeface="Calibri"/>
                <a:ea typeface="Calibri"/>
                <a:cs typeface="Calibri"/>
                <a:sym typeface="Calibri"/>
              </a:rPr>
              <a:t> O Senhor esteja </a:t>
            </a:r>
            <a:r>
              <a:rPr lang="pt-BR" sz="3500" dirty="0" smtClean="0">
                <a:solidFill>
                  <a:srgbClr val="FFFFFF"/>
                </a:solidFill>
                <a:latin typeface="Calibri"/>
                <a:ea typeface="Calibri"/>
                <a:cs typeface="Calibri"/>
                <a:sym typeface="Calibri"/>
              </a:rPr>
              <a:t>convosco.</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 </a:t>
            </a:r>
            <a:r>
              <a:rPr lang="pt-BR" sz="3500" b="1" dirty="0">
                <a:solidFill>
                  <a:srgbClr val="FFFFFF"/>
                </a:solidFill>
                <a:latin typeface="Calibri"/>
                <a:ea typeface="Calibri"/>
                <a:cs typeface="Calibri"/>
                <a:sym typeface="Calibri"/>
              </a:rPr>
              <a:t>Ele está no meio de nós</a:t>
            </a:r>
            <a:r>
              <a:rPr lang="pt-BR" sz="3500" b="1" dirty="0" smtClean="0">
                <a:solidFill>
                  <a:srgbClr val="FFFFFF"/>
                </a:solidFill>
                <a:latin typeface="Calibri"/>
                <a:ea typeface="Calibri"/>
                <a:cs typeface="Calibri"/>
                <a:sym typeface="Calibri"/>
              </a:rPr>
              <a:t>.</a:t>
            </a:r>
          </a:p>
          <a:p>
            <a:pPr marL="0" lvl="0" indent="0">
              <a:lnSpc>
                <a:spcPct val="100000"/>
              </a:lnSpc>
              <a:spcBef>
                <a:spcPts val="2400"/>
              </a:spcBef>
              <a:buNone/>
            </a:pPr>
            <a:r>
              <a:rPr lang="pt-BR" sz="3500" dirty="0">
                <a:solidFill>
                  <a:schemeClr val="accent1"/>
                </a:solidFill>
                <a:latin typeface="Calibri"/>
                <a:ea typeface="Calibri"/>
                <a:cs typeface="Calibri"/>
                <a:sym typeface="Calibri"/>
              </a:rPr>
              <a:t>P.</a:t>
            </a:r>
            <a:r>
              <a:rPr lang="pt-BR" sz="3500" dirty="0">
                <a:solidFill>
                  <a:srgbClr val="FFFFFF"/>
                </a:solidFill>
                <a:latin typeface="Calibri"/>
                <a:ea typeface="Calibri"/>
                <a:cs typeface="Calibri"/>
                <a:sym typeface="Calibri"/>
              </a:rPr>
              <a:t> O Deus de bondade, que pelo Filho da Virgem Maria quis salvar a todos, </a:t>
            </a:r>
            <a:r>
              <a:rPr lang="pt-BR" sz="3500" dirty="0" smtClean="0">
                <a:solidFill>
                  <a:srgbClr val="FFFFFF"/>
                </a:solidFill>
                <a:latin typeface="Calibri"/>
                <a:ea typeface="Calibri"/>
                <a:cs typeface="Calibri"/>
                <a:sym typeface="Calibri"/>
              </a:rPr>
              <a:t>vos</a:t>
            </a:r>
            <a:endParaRPr sz="3500" dirty="0">
              <a:solidFill>
                <a:srgbClr val="FFFFFF"/>
              </a:solidFill>
              <a:latin typeface="Calibri"/>
              <a:ea typeface="Calibri"/>
              <a:cs typeface="Calibri"/>
              <a:sym typeface="Calibri"/>
            </a:endParaRPr>
          </a:p>
        </p:txBody>
      </p:sp>
      <p:sp>
        <p:nvSpPr>
          <p:cNvPr id="751" name="Google Shape;751;p104"/>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52" name="Google Shape;752;p104"/>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Finais - Bênção Final e Despedida</a:t>
            </a:r>
            <a:endParaRPr sz="1600" b="1" dirty="0">
              <a:solidFill>
                <a:schemeClr val="tx1"/>
              </a:solidFill>
            </a:endParaRPr>
          </a:p>
        </p:txBody>
      </p:sp>
      <p:sp>
        <p:nvSpPr>
          <p:cNvPr id="753" name="Google Shape;753;p104"/>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p:txBody>
      </p:sp>
    </p:spTree>
    <p:extLst>
      <p:ext uri="{BB962C8B-B14F-4D97-AF65-F5344CB8AC3E}">
        <p14:creationId xmlns:p14="http://schemas.microsoft.com/office/powerpoint/2010/main" val="15813870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4"/>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indent="0">
              <a:lnSpc>
                <a:spcPct val="100000"/>
              </a:lnSpc>
              <a:buNone/>
            </a:pPr>
            <a:r>
              <a:rPr lang="pt-BR" sz="3500" dirty="0">
                <a:solidFill>
                  <a:srgbClr val="FFFFFF"/>
                </a:solidFill>
                <a:latin typeface="Calibri"/>
                <a:ea typeface="Calibri"/>
                <a:cs typeface="Calibri"/>
                <a:sym typeface="Calibri"/>
              </a:rPr>
              <a:t>enriqueça com sua </a:t>
            </a:r>
            <a:r>
              <a:rPr lang="pt-BR" sz="3500" dirty="0" smtClean="0">
                <a:solidFill>
                  <a:srgbClr val="FFFFFF"/>
                </a:solidFill>
                <a:latin typeface="Calibri"/>
                <a:ea typeface="Calibri"/>
                <a:cs typeface="Calibri"/>
                <a:sym typeface="Calibri"/>
              </a:rPr>
              <a:t>bênção.</a:t>
            </a:r>
          </a:p>
          <a:p>
            <a:pPr marL="0" lvl="0" indent="0">
              <a:lnSpc>
                <a:spcPct val="100000"/>
              </a:lnSpc>
              <a:spcBef>
                <a:spcPts val="1600"/>
              </a:spcBef>
              <a:buNone/>
            </a:pPr>
            <a:r>
              <a:rPr lang="pt-BR" sz="3500" dirty="0" smtClean="0">
                <a:solidFill>
                  <a:schemeClr val="accent1"/>
                </a:solidFill>
                <a:latin typeface="Calibri"/>
                <a:ea typeface="Calibri"/>
                <a:cs typeface="Calibri"/>
                <a:sym typeface="Calibri"/>
              </a:rPr>
              <a:t>T</a:t>
            </a:r>
            <a:r>
              <a:rPr lang="pt-BR" sz="3500" dirty="0">
                <a:solidFill>
                  <a:schemeClr val="accent1"/>
                </a:solidFill>
                <a:latin typeface="Calibri"/>
                <a:ea typeface="Calibri"/>
                <a:cs typeface="Calibri"/>
                <a:sym typeface="Calibri"/>
              </a:rPr>
              <a:t>. </a:t>
            </a:r>
            <a:r>
              <a:rPr lang="pt-BR" sz="3500" b="1" dirty="0" smtClean="0">
                <a:solidFill>
                  <a:srgbClr val="FFFFFF"/>
                </a:solidFill>
                <a:latin typeface="Calibri"/>
                <a:ea typeface="Calibri"/>
                <a:cs typeface="Calibri"/>
                <a:sym typeface="Calibri"/>
              </a:rPr>
              <a:t>Amém.</a:t>
            </a:r>
            <a:endParaRPr lang="pt-BR" sz="3500" b="1" dirty="0">
              <a:solidFill>
                <a:srgbClr val="FFFFFF"/>
              </a:solidFill>
              <a:latin typeface="Calibri"/>
              <a:ea typeface="Calibri"/>
              <a:cs typeface="Calibri"/>
              <a:sym typeface="Calibri"/>
            </a:endParaRPr>
          </a:p>
          <a:p>
            <a:pPr marL="0" lvl="0" indent="0">
              <a:lnSpc>
                <a:spcPct val="100000"/>
              </a:lnSpc>
              <a:spcBef>
                <a:spcPts val="2400"/>
              </a:spcBef>
              <a:buNone/>
            </a:pPr>
            <a:r>
              <a:rPr lang="pt-BR" sz="3500" dirty="0">
                <a:solidFill>
                  <a:schemeClr val="accent1"/>
                </a:solidFill>
                <a:latin typeface="Calibri"/>
                <a:ea typeface="Calibri"/>
                <a:cs typeface="Calibri"/>
                <a:sym typeface="Calibri"/>
              </a:rPr>
              <a:t>P.</a:t>
            </a:r>
            <a:r>
              <a:rPr lang="pt-BR" sz="3500" dirty="0">
                <a:solidFill>
                  <a:srgbClr val="FFFFFF"/>
                </a:solidFill>
                <a:latin typeface="Calibri"/>
                <a:ea typeface="Calibri"/>
                <a:cs typeface="Calibri"/>
                <a:sym typeface="Calibri"/>
              </a:rPr>
              <a:t> Seja-vos dado sentir sempre e por toda a parte a proteção da Virgem, por quem recebestes o autor da </a:t>
            </a:r>
            <a:r>
              <a:rPr lang="pt-BR" sz="3500" dirty="0" smtClean="0">
                <a:solidFill>
                  <a:srgbClr val="FFFFFF"/>
                </a:solidFill>
                <a:latin typeface="Calibri"/>
                <a:ea typeface="Calibri"/>
                <a:cs typeface="Calibri"/>
                <a:sym typeface="Calibri"/>
              </a:rPr>
              <a:t>vida.</a:t>
            </a:r>
            <a:endParaRPr lang="pt-BR" sz="3500" dirty="0">
              <a:solidFill>
                <a:srgbClr val="FFFFF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 </a:t>
            </a:r>
            <a:r>
              <a:rPr lang="pt-BR" sz="3500" b="1" dirty="0">
                <a:solidFill>
                  <a:srgbClr val="FFFFFF"/>
                </a:solidFill>
                <a:latin typeface="Calibri"/>
                <a:ea typeface="Calibri"/>
                <a:cs typeface="Calibri"/>
                <a:sym typeface="Calibri"/>
              </a:rPr>
              <a:t>Amém.</a:t>
            </a:r>
            <a:endParaRPr sz="3500" dirty="0">
              <a:solidFill>
                <a:srgbClr val="FFFFFF"/>
              </a:solidFill>
              <a:latin typeface="Calibri"/>
              <a:ea typeface="Calibri"/>
              <a:cs typeface="Calibri"/>
              <a:sym typeface="Calibri"/>
            </a:endParaRPr>
          </a:p>
        </p:txBody>
      </p:sp>
      <p:sp>
        <p:nvSpPr>
          <p:cNvPr id="751" name="Google Shape;751;p104"/>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52" name="Google Shape;752;p104"/>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Finais - Bênção Final e Despedida</a:t>
            </a:r>
            <a:endParaRPr sz="1600" b="1" dirty="0">
              <a:solidFill>
                <a:schemeClr val="tx1"/>
              </a:solidFill>
            </a:endParaRPr>
          </a:p>
        </p:txBody>
      </p:sp>
      <p:sp>
        <p:nvSpPr>
          <p:cNvPr id="753" name="Google Shape;753;p104"/>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p:txBody>
      </p:sp>
    </p:spTree>
    <p:extLst>
      <p:ext uri="{BB962C8B-B14F-4D97-AF65-F5344CB8AC3E}">
        <p14:creationId xmlns:p14="http://schemas.microsoft.com/office/powerpoint/2010/main" val="17768109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4"/>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a:t>
            </a:r>
            <a:r>
              <a:rPr lang="pt-BR" sz="3500" dirty="0">
                <a:solidFill>
                  <a:srgbClr val="FFFFFF"/>
                </a:solidFill>
                <a:latin typeface="Calibri"/>
                <a:ea typeface="Calibri"/>
                <a:cs typeface="Calibri"/>
                <a:sym typeface="Calibri"/>
              </a:rPr>
              <a:t> E vós, que vos reunistes hoje para celebrar sua solenidade, possais colher a alegria espiritual e o prêmio eterno.</a:t>
            </a:r>
          </a:p>
          <a:p>
            <a:pPr marL="0" lvl="0" indent="0">
              <a:lnSpc>
                <a:spcPct val="100000"/>
              </a:lnSpc>
              <a:spcBef>
                <a:spcPts val="1600"/>
              </a:spcBef>
              <a:buNone/>
            </a:pPr>
            <a:r>
              <a:rPr lang="pt-BR" sz="3500" dirty="0">
                <a:solidFill>
                  <a:schemeClr val="accent1"/>
                </a:solidFill>
                <a:latin typeface="Calibri"/>
                <a:ea typeface="Calibri"/>
                <a:cs typeface="Calibri"/>
                <a:sym typeface="Calibri"/>
              </a:rPr>
              <a:t>T. </a:t>
            </a:r>
            <a:r>
              <a:rPr lang="pt-BR" sz="3500" b="1" dirty="0">
                <a:solidFill>
                  <a:srgbClr val="FFFFFF"/>
                </a:solidFill>
                <a:latin typeface="Calibri"/>
                <a:ea typeface="Calibri"/>
                <a:cs typeface="Calibri"/>
                <a:sym typeface="Calibri"/>
              </a:rPr>
              <a:t>Amém.</a:t>
            </a:r>
          </a:p>
        </p:txBody>
      </p:sp>
      <p:sp>
        <p:nvSpPr>
          <p:cNvPr id="751" name="Google Shape;751;p104"/>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52" name="Google Shape;752;p104"/>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Finais - Bênção Final e Despedida</a:t>
            </a:r>
            <a:endParaRPr sz="1600" b="1" dirty="0">
              <a:solidFill>
                <a:schemeClr val="tx1"/>
              </a:solidFill>
            </a:endParaRPr>
          </a:p>
        </p:txBody>
      </p:sp>
      <p:sp>
        <p:nvSpPr>
          <p:cNvPr id="753" name="Google Shape;753;p104"/>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p:txBody>
      </p:sp>
    </p:spTree>
    <p:extLst>
      <p:ext uri="{BB962C8B-B14F-4D97-AF65-F5344CB8AC3E}">
        <p14:creationId xmlns:p14="http://schemas.microsoft.com/office/powerpoint/2010/main" val="546729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4"/>
          <p:cNvSpPr txBox="1">
            <a:spLocks noGrp="1"/>
          </p:cNvSpPr>
          <p:nvPr>
            <p:ph type="body" idx="1"/>
          </p:nvPr>
        </p:nvSpPr>
        <p:spPr>
          <a:xfrm>
            <a:off x="252000" y="771750"/>
            <a:ext cx="8640000" cy="3960000"/>
          </a:xfrm>
          <a:prstGeom prst="rect">
            <a:avLst/>
          </a:prstGeom>
          <a:ln>
            <a:noFill/>
          </a:ln>
        </p:spPr>
        <p:txBody>
          <a:bodyPr spcFirstLastPara="1" wrap="square" lIns="91425" tIns="91425" rIns="91425" bIns="91425" anchor="t" anchorCtr="0">
            <a:noAutofit/>
          </a:bodyPr>
          <a:lstStyle/>
          <a:p>
            <a:pPr marL="0" lvl="0" indent="0">
              <a:lnSpc>
                <a:spcPct val="100000"/>
              </a:lnSpc>
              <a:buNone/>
            </a:pPr>
            <a:r>
              <a:rPr lang="pt-BR" sz="3500" dirty="0">
                <a:solidFill>
                  <a:schemeClr val="accent1"/>
                </a:solidFill>
                <a:latin typeface="Calibri"/>
                <a:ea typeface="Calibri"/>
                <a:cs typeface="Calibri"/>
                <a:sym typeface="Calibri"/>
              </a:rPr>
              <a:t>P.</a:t>
            </a:r>
            <a:r>
              <a:rPr lang="pt-BR" sz="3500" dirty="0">
                <a:solidFill>
                  <a:srgbClr val="FFFFFF"/>
                </a:solidFill>
                <a:latin typeface="Calibri"/>
                <a:ea typeface="Calibri"/>
                <a:cs typeface="Calibri"/>
                <a:sym typeface="Calibri"/>
              </a:rPr>
              <a:t> Abençoe-vos Deus todo-poderoso, Pai e Filho e </a:t>
            </a:r>
            <a:r>
              <a:rPr lang="pt-BR" sz="3600" b="1" spc="-1" dirty="0">
                <a:solidFill>
                  <a:srgbClr val="FFFFFF"/>
                </a:solidFill>
                <a:uFill>
                  <a:solidFill>
                    <a:srgbClr val="FFFFFF"/>
                  </a:solidFill>
                </a:uFill>
                <a:latin typeface="Cambria"/>
              </a:rPr>
              <a:t>†</a:t>
            </a:r>
            <a:r>
              <a:rPr lang="pt-BR" sz="3500" dirty="0">
                <a:solidFill>
                  <a:srgbClr val="FFFFFF"/>
                </a:solidFill>
                <a:latin typeface="Calibri"/>
                <a:ea typeface="Calibri"/>
                <a:cs typeface="Calibri"/>
                <a:sym typeface="Calibri"/>
              </a:rPr>
              <a:t> Espírito Santo.</a:t>
            </a:r>
          </a:p>
          <a:p>
            <a:pPr marL="0" lvl="0" indent="0">
              <a:lnSpc>
                <a:spcPct val="100000"/>
              </a:lnSpc>
              <a:spcBef>
                <a:spcPts val="1600"/>
              </a:spcBef>
              <a:buNone/>
            </a:pPr>
            <a:r>
              <a:rPr lang="pt-BR" sz="3500" dirty="0">
                <a:solidFill>
                  <a:schemeClr val="accent1"/>
                </a:solidFill>
                <a:latin typeface="Calibri"/>
                <a:ea typeface="Calibri"/>
                <a:cs typeface="Calibri"/>
                <a:sym typeface="Calibri"/>
              </a:rPr>
              <a:t>T. </a:t>
            </a:r>
            <a:r>
              <a:rPr lang="pt-BR" sz="3500" b="1" dirty="0" smtClean="0">
                <a:solidFill>
                  <a:srgbClr val="FFFFFF"/>
                </a:solidFill>
                <a:latin typeface="Calibri"/>
                <a:ea typeface="Calibri"/>
                <a:cs typeface="Calibri"/>
                <a:sym typeface="Calibri"/>
              </a:rPr>
              <a:t>Amém.</a:t>
            </a:r>
          </a:p>
          <a:p>
            <a:pPr marL="0" lvl="0" indent="0">
              <a:lnSpc>
                <a:spcPct val="100000"/>
              </a:lnSpc>
              <a:spcBef>
                <a:spcPts val="2400"/>
              </a:spcBef>
              <a:buNone/>
            </a:pPr>
            <a:r>
              <a:rPr lang="pt-BR" sz="3500" dirty="0" smtClean="0">
                <a:solidFill>
                  <a:schemeClr val="accent1"/>
                </a:solidFill>
                <a:latin typeface="Calibri"/>
                <a:ea typeface="Calibri"/>
                <a:cs typeface="Calibri"/>
                <a:sym typeface="Calibri"/>
              </a:rPr>
              <a:t>P</a:t>
            </a:r>
            <a:r>
              <a:rPr lang="pt-BR" sz="3500" dirty="0">
                <a:solidFill>
                  <a:schemeClr val="accent1"/>
                </a:solidFill>
                <a:latin typeface="Calibri"/>
                <a:ea typeface="Calibri"/>
                <a:cs typeface="Calibri"/>
                <a:sym typeface="Calibri"/>
              </a:rPr>
              <a:t>.</a:t>
            </a:r>
            <a:r>
              <a:rPr lang="pt-BR" sz="3500" dirty="0">
                <a:solidFill>
                  <a:srgbClr val="FFFFFF"/>
                </a:solidFill>
                <a:latin typeface="Calibri"/>
                <a:ea typeface="Calibri"/>
                <a:cs typeface="Calibri"/>
                <a:sym typeface="Calibri"/>
              </a:rPr>
              <a:t> Glorificai o Senhor com vossa vida; ide em paz e o Senhor vos </a:t>
            </a:r>
            <a:r>
              <a:rPr lang="pt-BR" sz="3500" dirty="0" smtClean="0">
                <a:solidFill>
                  <a:srgbClr val="FFFFFF"/>
                </a:solidFill>
                <a:latin typeface="Calibri"/>
                <a:ea typeface="Calibri"/>
                <a:cs typeface="Calibri"/>
                <a:sym typeface="Calibri"/>
              </a:rPr>
              <a:t>acompanhe.</a:t>
            </a:r>
            <a:endParaRPr lang="pt-BR" sz="3500" dirty="0">
              <a:solidFill>
                <a:srgbClr val="FFFFFF"/>
              </a:solidFill>
              <a:latin typeface="Calibri"/>
              <a:ea typeface="Calibri"/>
              <a:cs typeface="Calibri"/>
              <a:sym typeface="Calibri"/>
            </a:endParaRPr>
          </a:p>
          <a:p>
            <a:pPr marL="0" lvl="0" indent="0">
              <a:lnSpc>
                <a:spcPct val="100000"/>
              </a:lnSpc>
              <a:spcBef>
                <a:spcPts val="1600"/>
              </a:spcBef>
              <a:buNone/>
            </a:pPr>
            <a:r>
              <a:rPr lang="pt-BR" sz="3500" dirty="0">
                <a:solidFill>
                  <a:schemeClr val="accent1"/>
                </a:solidFill>
                <a:latin typeface="Calibri"/>
                <a:ea typeface="Calibri"/>
                <a:cs typeface="Calibri"/>
                <a:sym typeface="Calibri"/>
              </a:rPr>
              <a:t>T. </a:t>
            </a:r>
            <a:r>
              <a:rPr lang="pt-BR" sz="3500" b="1" dirty="0">
                <a:solidFill>
                  <a:srgbClr val="FFFFFF"/>
                </a:solidFill>
                <a:latin typeface="Calibri"/>
                <a:ea typeface="Calibri"/>
                <a:cs typeface="Calibri"/>
                <a:sym typeface="Calibri"/>
              </a:rPr>
              <a:t>Graças a </a:t>
            </a:r>
            <a:r>
              <a:rPr lang="pt-BR" sz="3500" b="1" dirty="0" smtClean="0">
                <a:solidFill>
                  <a:srgbClr val="FFFFFF"/>
                </a:solidFill>
                <a:latin typeface="Calibri"/>
                <a:ea typeface="Calibri"/>
                <a:cs typeface="Calibri"/>
                <a:sym typeface="Calibri"/>
              </a:rPr>
              <a:t>Deus.</a:t>
            </a:r>
            <a:endParaRPr sz="3500" dirty="0">
              <a:solidFill>
                <a:srgbClr val="FFFFFF"/>
              </a:solidFill>
              <a:latin typeface="Calibri"/>
              <a:ea typeface="Calibri"/>
              <a:cs typeface="Calibri"/>
              <a:sym typeface="Calibri"/>
            </a:endParaRPr>
          </a:p>
        </p:txBody>
      </p:sp>
      <p:sp>
        <p:nvSpPr>
          <p:cNvPr id="751" name="Google Shape;751;p104"/>
          <p:cNvSpPr/>
          <p:nvPr/>
        </p:nvSpPr>
        <p:spPr>
          <a:xfrm>
            <a:off x="0" y="0"/>
            <a:ext cx="9144000" cy="540000"/>
          </a:xfrm>
          <a:prstGeom prst="rect">
            <a:avLst/>
          </a:prstGeom>
          <a:solidFill>
            <a:schemeClr val="bg1">
              <a:lumMod val="95000"/>
            </a:schemeClr>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752" name="Google Shape;752;p104"/>
          <p:cNvSpPr txBox="1"/>
          <p:nvPr/>
        </p:nvSpPr>
        <p:spPr>
          <a:xfrm>
            <a:off x="252000" y="87750"/>
            <a:ext cx="5400000" cy="3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1600" b="1" dirty="0">
                <a:solidFill>
                  <a:schemeClr val="tx1"/>
                </a:solidFill>
              </a:rPr>
              <a:t>Ritos Finais - Bênção Final e Despedida</a:t>
            </a:r>
            <a:endParaRPr sz="1600" b="1" dirty="0">
              <a:solidFill>
                <a:schemeClr val="tx1"/>
              </a:solidFill>
            </a:endParaRPr>
          </a:p>
        </p:txBody>
      </p:sp>
      <p:sp>
        <p:nvSpPr>
          <p:cNvPr id="753" name="Google Shape;753;p104"/>
          <p:cNvSpPr txBox="1"/>
          <p:nvPr/>
        </p:nvSpPr>
        <p:spPr>
          <a:xfrm>
            <a:off x="6732000" y="90000"/>
            <a:ext cx="2160000" cy="360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pt-BR" sz="1600" b="1" dirty="0">
                <a:solidFill>
                  <a:schemeClr val="tx1"/>
                </a:solidFill>
              </a:rPr>
              <a:t>De pé</a:t>
            </a:r>
            <a:endParaRPr sz="1600" b="1" dirty="0">
              <a:solidFill>
                <a:schemeClr val="tx1"/>
              </a:solidFill>
            </a:endParaRPr>
          </a:p>
        </p:txBody>
      </p:sp>
    </p:spTree>
    <p:extLst>
      <p:ext uri="{BB962C8B-B14F-4D97-AF65-F5344CB8AC3E}">
        <p14:creationId xmlns:p14="http://schemas.microsoft.com/office/powerpoint/2010/main" val="16572824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1600</TotalTime>
  <Words>4612</Words>
  <Application>Microsoft Office PowerPoint</Application>
  <PresentationFormat>Apresentação na tela (16:9)</PresentationFormat>
  <Paragraphs>379</Paragraphs>
  <Slides>103</Slides>
  <Notes>103</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103</vt:i4>
      </vt:variant>
    </vt:vector>
  </HeadingPairs>
  <TitlesOfParts>
    <vt:vector size="107" baseType="lpstr">
      <vt:lpstr>Arial</vt:lpstr>
      <vt:lpstr>Calibri</vt:lpstr>
      <vt:lpstr>Cambria</vt:lpstr>
      <vt:lpstr>Simple Light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Alessa</dc:creator>
  <cp:lastModifiedBy>Ale</cp:lastModifiedBy>
  <cp:revision>259</cp:revision>
  <dcterms:modified xsi:type="dcterms:W3CDTF">2020-12-08T18:52:15Z</dcterms:modified>
</cp:coreProperties>
</file>
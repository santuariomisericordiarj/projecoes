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0"/>
  </p:notesMasterIdLst>
  <p:sldIdLst>
    <p:sldId id="256" r:id="rId2"/>
    <p:sldId id="257" r:id="rId3"/>
    <p:sldId id="258" r:id="rId4"/>
    <p:sldId id="259" r:id="rId5"/>
    <p:sldId id="260" r:id="rId6"/>
    <p:sldId id="261" r:id="rId7"/>
    <p:sldId id="429" r:id="rId8"/>
    <p:sldId id="264" r:id="rId9"/>
    <p:sldId id="265" r:id="rId10"/>
    <p:sldId id="266" r:id="rId11"/>
    <p:sldId id="267" r:id="rId12"/>
    <p:sldId id="410" r:id="rId13"/>
    <p:sldId id="268" r:id="rId14"/>
    <p:sldId id="605" r:id="rId15"/>
    <p:sldId id="556" r:id="rId16"/>
    <p:sldId id="269" r:id="rId17"/>
    <p:sldId id="606" r:id="rId18"/>
    <p:sldId id="477" r:id="rId19"/>
    <p:sldId id="278" r:id="rId20"/>
    <p:sldId id="358" r:id="rId21"/>
    <p:sldId id="537" r:id="rId22"/>
    <p:sldId id="607" r:id="rId23"/>
    <p:sldId id="608" r:id="rId24"/>
    <p:sldId id="609" r:id="rId25"/>
    <p:sldId id="610" r:id="rId26"/>
    <p:sldId id="411" r:id="rId27"/>
    <p:sldId id="282" r:id="rId28"/>
    <p:sldId id="471" r:id="rId29"/>
    <p:sldId id="599" r:id="rId30"/>
    <p:sldId id="600" r:id="rId31"/>
    <p:sldId id="601" r:id="rId32"/>
    <p:sldId id="602" r:id="rId33"/>
    <p:sldId id="288" r:id="rId34"/>
    <p:sldId id="437" r:id="rId35"/>
    <p:sldId id="580" r:id="rId36"/>
    <p:sldId id="304" r:id="rId37"/>
    <p:sldId id="305" r:id="rId38"/>
    <p:sldId id="369" r:id="rId39"/>
    <p:sldId id="611" r:id="rId40"/>
    <p:sldId id="612" r:id="rId41"/>
    <p:sldId id="613" r:id="rId42"/>
    <p:sldId id="582" r:id="rId43"/>
    <p:sldId id="310" r:id="rId44"/>
    <p:sldId id="311" r:id="rId45"/>
    <p:sldId id="312" r:id="rId46"/>
    <p:sldId id="547" r:id="rId47"/>
    <p:sldId id="314" r:id="rId48"/>
    <p:sldId id="614" r:id="rId49"/>
    <p:sldId id="615" r:id="rId50"/>
    <p:sldId id="616" r:id="rId51"/>
    <p:sldId id="375" r:id="rId52"/>
    <p:sldId id="377" r:id="rId53"/>
    <p:sldId id="320" r:id="rId54"/>
    <p:sldId id="321" r:id="rId55"/>
    <p:sldId id="322" r:id="rId56"/>
    <p:sldId id="323" r:id="rId57"/>
    <p:sldId id="378" r:id="rId58"/>
    <p:sldId id="379" r:id="rId59"/>
    <p:sldId id="587" r:id="rId60"/>
    <p:sldId id="604" r:id="rId61"/>
    <p:sldId id="484" r:id="rId62"/>
    <p:sldId id="381" r:id="rId63"/>
    <p:sldId id="588" r:id="rId64"/>
    <p:sldId id="618" r:id="rId65"/>
    <p:sldId id="617" r:id="rId66"/>
    <p:sldId id="391" r:id="rId67"/>
    <p:sldId id="392" r:id="rId68"/>
    <p:sldId id="393" r:id="rId69"/>
    <p:sldId id="591" r:id="rId70"/>
    <p:sldId id="525" r:id="rId71"/>
    <p:sldId id="592" r:id="rId72"/>
    <p:sldId id="619" r:id="rId73"/>
    <p:sldId id="620" r:id="rId74"/>
    <p:sldId id="621" r:id="rId75"/>
    <p:sldId id="623" r:id="rId76"/>
    <p:sldId id="400" r:id="rId77"/>
    <p:sldId id="401" r:id="rId78"/>
    <p:sldId id="402" r:id="rId79"/>
    <p:sldId id="403" r:id="rId80"/>
    <p:sldId id="404" r:id="rId81"/>
    <p:sldId id="405" r:id="rId82"/>
    <p:sldId id="406" r:id="rId83"/>
    <p:sldId id="487" r:id="rId84"/>
    <p:sldId id="488" r:id="rId85"/>
    <p:sldId id="408" r:id="rId86"/>
    <p:sldId id="407" r:id="rId87"/>
    <p:sldId id="409" r:id="rId88"/>
    <p:sldId id="343" r:id="rId89"/>
    <p:sldId id="344" r:id="rId90"/>
    <p:sldId id="624" r:id="rId91"/>
    <p:sldId id="351" r:id="rId92"/>
    <p:sldId id="352" r:id="rId93"/>
    <p:sldId id="347" r:id="rId94"/>
    <p:sldId id="490" r:id="rId95"/>
    <p:sldId id="597" r:id="rId96"/>
    <p:sldId id="598" r:id="rId97"/>
    <p:sldId id="560" r:id="rId98"/>
    <p:sldId id="353" r:id="rId9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  <a:srgbClr val="A365D1"/>
    <a:srgbClr val="893BC3"/>
    <a:srgbClr val="0099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98" d="100"/>
          <a:sy n="98" d="100"/>
        </p:scale>
        <p:origin x="474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594082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4713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89709dbf6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89709dbf6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716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89709dbf69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89709dbf69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2827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8a242b1969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8a242b1969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05949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89709dbf69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89709dbf69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0209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89709dbf69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89709dbf69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273977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89709dbf69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89709dbf69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966980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898b97a52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898b97a525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29478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898b97a525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898b97a525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206887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898b97a525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898b97a525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89964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898b97a525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898b97a525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02860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898b97a525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898b97a525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44537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898b97a525_2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898b97a525_2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33330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98b97a525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98b97a525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69406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98b97a525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98b97a525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62599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98b97a525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98b97a525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23727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98b97a525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98b97a525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74703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898b97a525_2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898b97a525_2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40561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42900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31100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84267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31309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23972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96603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21066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5555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88a65153c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88a65153c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59904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88a65153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88a65153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06876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88a65153c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88a65153c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04165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88a65153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88a65153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26973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88a65153c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88a65153c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88782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88a65153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88a65153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63216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88a65153c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88a65153c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443081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88a65153c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88a65153c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449371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88a65153c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88a65153c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95980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88a65153c3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88a65153c3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338635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387296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761855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740308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590778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766974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777056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88a65153c3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88a65153c3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686605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629187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88a65153c3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88a65153c3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370553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88a65153c3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88a65153c3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872612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61384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153752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831594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498077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542005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788775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8a242b1969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8a242b1969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303069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8adaa5bc0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8adaa5bc0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813896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8adaa5bc0d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8adaa5bc0d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884303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973148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979833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498989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950317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635419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8cda3270e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8cda3270e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950048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310841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654880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59301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83655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995510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529054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864668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04356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005592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175077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496805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0387900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990533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780925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34946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173003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511667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1105492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463312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538728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6117012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8c3aae26e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8c3aae26e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0373379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8adaa5bc0d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8adaa5bc0d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5941598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7368195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8903058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219054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8adaa5bc0d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8adaa5bc0d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504889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8adaa5bc0d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8adaa5bc0d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147016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8adaa5bc0d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8adaa5bc0d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48215083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8adaa5bc0d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8adaa5bc0d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812762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8adaa5bc0d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8adaa5bc0d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6261939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2938887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1010258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0064334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9173590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110202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8adaa5bc0d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8adaa5bc0d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8695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“... necessito de sacrifício repleto de amor, porque apenas este tem valor diante de Mim. Grandes são as dívidas contraídas pelo Mundo diante de Mim. Podem pagá-las as almas puras, pelo seu sacrifício, praticando a misericórdia em espírito”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1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Reflexão do Diário de Santa Faustina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Nº 1316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500" b="1" dirty="0" smtClean="0">
              <a:solidFill>
                <a:srgbClr val="33CC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b="1" dirty="0" smtClean="0">
                <a:solidFill>
                  <a:srgbClr val="A365D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pt-BR" sz="3500" b="1" dirty="0" smtClean="0">
                <a:solidFill>
                  <a:srgbClr val="A365D1"/>
                </a:solidFill>
                <a:latin typeface="Calibri"/>
                <a:ea typeface="Calibri"/>
                <a:cs typeface="Calibri"/>
                <a:sym typeface="Calibri"/>
              </a:rPr>
              <a:t>º </a:t>
            </a:r>
            <a:r>
              <a:rPr lang="pt-BR" sz="3500" b="1" dirty="0" smtClean="0">
                <a:solidFill>
                  <a:srgbClr val="A365D1"/>
                </a:solidFill>
                <a:latin typeface="Calibri"/>
                <a:ea typeface="Calibri"/>
                <a:cs typeface="Calibri"/>
                <a:sym typeface="Calibri"/>
              </a:rPr>
              <a:t>Domingo do Advento</a:t>
            </a:r>
            <a:endParaRPr sz="3500" b="1" dirty="0">
              <a:solidFill>
                <a:srgbClr val="A365D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" name="Google Shape;76;p17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Em sua imediata preparação para o Natal, o tempo do Advento nos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recorda 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Virgem Maria. Nela, podemos contemplar tudo o que se sobressai entre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os humildes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pobres do Senhor, que d’Ele esperam e recebem com fé a Salvação. O Espírito Santo é a força que o Senhor concede àqueles a quem confia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75;p17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76;p17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77;p17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missão. Por isso, celebrando o mistério pascal, abramos o nosso coração ao Senhor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para que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realize sua obra transformadora em nossa vida!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75;p17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76;p17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77;p17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5365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ESSA MISSA SERÁ CELEBRADA PELAS SEGUINTES INTENÇÕES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75;p17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76;p17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77;p17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Saudação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Em nome do Pai e do Filho e 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Espírito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Santo.</a:t>
            </a:r>
            <a:endParaRPr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3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" name="Google Shape;120;p23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 - Saudação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121" name="Google Shape;121;p23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>
            <a:spLocks noGrp="1"/>
          </p:cNvSpPr>
          <p:nvPr>
            <p:ph type="body" idx="1"/>
          </p:nvPr>
        </p:nvSpPr>
        <p:spPr>
          <a:xfrm>
            <a:off x="252000" y="751202"/>
            <a:ext cx="8789258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vós, irmãos, paz e fé da parte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Deus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o Pai, e do Senhor Jesus Cristo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Bendito seja Deus que nos reuniu no amor de Cristo.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8" name="Google Shape;128;p2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 - Saudação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129" name="Google Shape;129;p2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Antífona da Entrada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pt-BR" sz="35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45,8)</a:t>
            </a:r>
            <a:endParaRPr lang="pt-BR" sz="3500" b="1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Céus, deixai cair o orvalho,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nuvens, chovei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justo; abra-se a terra,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brote 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Salvador!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3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3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Ritos Iniciais - Antífona da Entrada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121" name="Google Shape;121;p23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157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758436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Ato Penitencial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 início desta celebração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eucarística, peçamos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conversão 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coração, fonte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reconciliação e comunhão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 Deus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com os irmãos e irmãs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3500" i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(Momento de </a:t>
            </a:r>
            <a:r>
              <a:rPr lang="pt-BR" sz="3500" i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silêncio)</a:t>
            </a:r>
          </a:p>
        </p:txBody>
      </p:sp>
      <p:sp>
        <p:nvSpPr>
          <p:cNvPr id="135" name="Google Shape;135;p2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5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Ritos Iniciais - Ato Penitencial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Ritos Iniciais - Ato Penitencial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1" name="Google Shape;134;p2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758436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Tende compaixão de nós,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Senhor.</a:t>
            </a:r>
            <a:endParaRPr lang="pt-BR"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Porque somos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pecadores.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Manifestai, Senhor, a vossa misericórdia.</a:t>
            </a:r>
            <a:endParaRPr lang="pt-BR"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dai-nos a vossa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salvação.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6027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Deus todo-poderoso tenha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compaixão 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nós, perdoe os nossos pecados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nos conduza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à vida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eterna.</a:t>
            </a:r>
            <a:endParaRPr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6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Ritos Iniciais - Ato Penitencial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761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Ritos Iniciais - Ato Penitencial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1" name="Google Shape;134;p2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758436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tende piedade de nós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tende piedade de nós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8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Cristo, tende piedade de nós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Cristo, tende piedade de nós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lvl="0" indent="0">
              <a:lnSpc>
                <a:spcPct val="100000"/>
              </a:lnSpc>
              <a:spcBef>
                <a:spcPts val="18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tende piedade de nós.</a:t>
            </a:r>
            <a:endParaRPr lang="pt-BR"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tende piedade de nós.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>
            <a:spLocks noGrp="1"/>
          </p:cNvSpPr>
          <p:nvPr>
            <p:ph type="body" idx="1"/>
          </p:nvPr>
        </p:nvSpPr>
        <p:spPr>
          <a:xfrm>
            <a:off x="252000" y="431281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OREMOS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 Derramai, ó Deus, 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vossa graça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em nossos corações para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que, conhecendo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pela mensagem 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Anjo 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encarnação do vosso Filho, cheguemos, por sua paixão e cruz, à glória da ressurreição. Por nosso Senhor Jesus Cristo, vosso Filho, na unidade do Espírito Santo.</a:t>
            </a:r>
            <a:endParaRPr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6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 - </a:t>
            </a:r>
            <a:r>
              <a:rPr lang="pt-BR" sz="1600" b="1" dirty="0" smtClean="0">
                <a:solidFill>
                  <a:srgbClr val="F3F3F3"/>
                </a:solidFill>
              </a:rPr>
              <a:t>Oração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412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4409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obediência à Palavra é característica  de todo aquele que faz a vontade de Deus.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2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Liturgia da </a:t>
            </a:r>
            <a:r>
              <a:rPr lang="pt-BR" sz="1600" b="1" dirty="0" smtClean="0">
                <a:solidFill>
                  <a:srgbClr val="F3F3F3"/>
                </a:solidFill>
              </a:rPr>
              <a:t>Palavra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Primeira Leitura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(2Sm 7,1-5.8b-12.14a.16)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Leitura do Segundo Livro de Samuel</a:t>
            </a:r>
            <a:endParaRPr sz="3500" b="1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Tendo-se o rei Davi instalado já em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sua casa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tendo-lhe o Senhor dado 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paz, livrando-o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todos os seus inimigos, ele disse ao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profeta Natã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 “Vê: eu resido num palácio de cedro,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arca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Deus está alojada numa tenda!”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</a:t>
            </a:r>
            <a:r>
              <a:rPr lang="pt-BR" sz="1600" b="1" dirty="0">
                <a:solidFill>
                  <a:srgbClr val="F3F3F3"/>
                </a:solidFill>
              </a:rPr>
              <a:t>(2Sm 7,1-5.8b-12.14a.16)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719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Natã respondeu ao rei: “Vai e faze tudo 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diz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teu coração, pois o Senhor está contigo”.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Mas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nessa mesma noite, a palavra do Senhor foi dirigida a Natã nestes termos: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Vai dizer ao meu servo Davi: ‘Assim fala 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Senhor: Porventura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és tu que me construirás uma casa para eu habitar?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Fui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eu que te tirei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</a:t>
            </a:r>
            <a:r>
              <a:rPr lang="pt-BR" sz="1600" b="1" dirty="0">
                <a:solidFill>
                  <a:srgbClr val="F3F3F3"/>
                </a:solidFill>
              </a:rPr>
              <a:t>(2Sm 7,1-5.8b-12.14a.16)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5133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pastoreio, do meio das ovelhas, para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fosses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chefe do meu povo, Israel.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Estive contigo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em toda a parte por onde andaste, e exterminei diante de ti todos os teus inimigos, fazendo o teu nome tão célebre como o dos homens mais famosos da terra.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Vou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preparar um lugar para o meu povo, Israel: eu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</a:t>
            </a:r>
            <a:r>
              <a:rPr lang="pt-BR" sz="1600" b="1" dirty="0">
                <a:solidFill>
                  <a:srgbClr val="F3F3F3"/>
                </a:solidFill>
              </a:rPr>
              <a:t>(2Sm 7,1-5.8b-12.14a.16)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7974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implantarei, de modo que possa morar lá sem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jamais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ser inquietado. Os homens violentos não tornarão a oprimi-lo como outrora,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tempo em que eu estabelecia juízes sobre o meu povo, Israel. Concedo-te uma vida tranquila, livrando-te de todos os teus inimigos. E o Senhor te anuncia que te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fará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</a:t>
            </a:r>
            <a:r>
              <a:rPr lang="pt-BR" sz="1600" b="1" dirty="0">
                <a:solidFill>
                  <a:srgbClr val="F3F3F3"/>
                </a:solidFill>
              </a:rPr>
              <a:t>(2Sm 7,1-5.8b-12.14a.16)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186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uma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casa.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Quando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chegar o fim dos teus dias e repousares com teus pais, então, suscitarei, depois de ti, um filho teu, e confirmarei a sua realeza.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Eu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serei para ele um pai e ele será para mim um filho. Tua casa e teu reino serão estáveis para sempre diante de mim,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teu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</a:t>
            </a:r>
            <a:r>
              <a:rPr lang="pt-BR" sz="1600" b="1" dirty="0">
                <a:solidFill>
                  <a:srgbClr val="F3F3F3"/>
                </a:solidFill>
              </a:rPr>
              <a:t>(2Sm 7,1-5.8b-12.14a.16)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6691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trono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será firme para sempre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’”.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Palavra do Senhor.</a:t>
            </a:r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Graças a Deus.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</a:t>
            </a:r>
            <a:r>
              <a:rPr lang="pt-BR" sz="1600" b="1" dirty="0">
                <a:solidFill>
                  <a:srgbClr val="F3F3F3"/>
                </a:solidFill>
              </a:rPr>
              <a:t>(2Sm 7,1-5.8b-12.14a.16)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7248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Salmo Responsorial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pt-BR" sz="35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Sl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88(89)]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endParaRPr lang="pt-BR" sz="35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REFRÃO: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Ó Senhor, eu cantarei eternamente o vosso amor!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</a:t>
            </a:r>
            <a:r>
              <a:rPr lang="pt-BR" sz="1600" b="1" dirty="0" err="1">
                <a:solidFill>
                  <a:srgbClr val="F3F3F3"/>
                </a:solidFill>
              </a:rPr>
              <a:t>Sl</a:t>
            </a:r>
            <a:r>
              <a:rPr lang="pt-BR" sz="1600" b="1" dirty="0">
                <a:solidFill>
                  <a:srgbClr val="F3F3F3"/>
                </a:solidFill>
              </a:rPr>
              <a:t> 88(89)]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58768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Ó Senhor, eu cantarei eternamente o vosso amor, * de geração em geração eu cantarei vossa verdade! Porque dissestes: “O amor é garantido para sempre!” * E a vossa lealdade é tão firme como os céus.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</a:t>
            </a:r>
            <a:r>
              <a:rPr lang="pt-BR" sz="1600" b="1" dirty="0" err="1">
                <a:solidFill>
                  <a:srgbClr val="F3F3F3"/>
                </a:solidFill>
              </a:rPr>
              <a:t>Sl</a:t>
            </a:r>
            <a:r>
              <a:rPr lang="pt-BR" sz="1600" b="1" dirty="0">
                <a:solidFill>
                  <a:srgbClr val="F3F3F3"/>
                </a:solidFill>
              </a:rPr>
              <a:t> 88(89)]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REFRÃO: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Ó Senhor, eu cantarei eternamente o vosso amor!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</a:t>
            </a:r>
            <a:r>
              <a:rPr lang="pt-BR" sz="1600" b="1" dirty="0" err="1">
                <a:solidFill>
                  <a:srgbClr val="F3F3F3"/>
                </a:solidFill>
              </a:rPr>
              <a:t>Sl</a:t>
            </a:r>
            <a:r>
              <a:rPr lang="pt-BR" sz="1600" b="1" dirty="0">
                <a:solidFill>
                  <a:srgbClr val="F3F3F3"/>
                </a:solidFill>
              </a:rPr>
              <a:t> 88(89)]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7247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“Eu firmei uma Aliança com meu servo, meu eleito, * e eu fiz um juramento a Davi, meu servidor. Para sempre, no teu trono, firmarei tua linhagem, * de geração em geração garantirei o teu reinado!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</a:t>
            </a:r>
            <a:r>
              <a:rPr lang="pt-BR" sz="1600" b="1" dirty="0" err="1">
                <a:solidFill>
                  <a:srgbClr val="F3F3F3"/>
                </a:solidFill>
              </a:rPr>
              <a:t>Sl</a:t>
            </a:r>
            <a:r>
              <a:rPr lang="pt-BR" sz="1600" b="1" dirty="0">
                <a:solidFill>
                  <a:srgbClr val="F3F3F3"/>
                </a:solidFill>
              </a:rPr>
              <a:t> 88(89)]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4224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REFRÃO: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Ó Senhor, eu cantarei eternamente o vosso amor!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</a:t>
            </a:r>
            <a:r>
              <a:rPr lang="pt-BR" sz="1600" b="1" dirty="0" err="1">
                <a:solidFill>
                  <a:srgbClr val="F3F3F3"/>
                </a:solidFill>
              </a:rPr>
              <a:t>Sl</a:t>
            </a:r>
            <a:r>
              <a:rPr lang="pt-BR" sz="1600" b="1" dirty="0">
                <a:solidFill>
                  <a:srgbClr val="F3F3F3"/>
                </a:solidFill>
              </a:rPr>
              <a:t> 88(89)]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6860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Ele, então, me invocará: ‘Ó Senhor, vós sois meu Pai, sois meu Deus, * sois meu Rochedo onde encontro a salvação!’ Guardarei eternamente para ele a minha graça * e com ele firmarei minha Aliança indissolúvel.”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</a:t>
            </a:r>
            <a:r>
              <a:rPr lang="pt-BR" sz="1600" b="1" dirty="0" err="1">
                <a:solidFill>
                  <a:srgbClr val="F3F3F3"/>
                </a:solidFill>
              </a:rPr>
              <a:t>Sl</a:t>
            </a:r>
            <a:r>
              <a:rPr lang="pt-BR" sz="1600" b="1" dirty="0">
                <a:solidFill>
                  <a:srgbClr val="F3F3F3"/>
                </a:solidFill>
              </a:rPr>
              <a:t> 88(89)]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19157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REFRÃO: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Ó Senhor, eu cantarei eternamente o vosso amor!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</a:t>
            </a:r>
            <a:r>
              <a:rPr lang="pt-BR" sz="1600" b="1" dirty="0" err="1">
                <a:solidFill>
                  <a:srgbClr val="F3F3F3"/>
                </a:solidFill>
              </a:rPr>
              <a:t>Sl</a:t>
            </a:r>
            <a:r>
              <a:rPr lang="pt-BR" sz="1600" b="1" dirty="0">
                <a:solidFill>
                  <a:srgbClr val="F3F3F3"/>
                </a:solidFill>
              </a:rPr>
              <a:t> 88(89)]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83165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chemeClr val="dk1"/>
              </a:buClr>
              <a:buSzPts val="1100"/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Segunda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Leitura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pt-BR" sz="35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Rm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16,25-27)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Leitura da Carta de São Paulo aos Romanos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Irmãos: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Glória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seja dada àquele que tem o poder de vos confirmar na fidelidade ao meu evangelho e à pregação de Jesus Cristo, de acordo com a revelação do mistério mantido em sigilo desde sempre. Agora este mistério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4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Segunda Leitura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Rm</a:t>
            </a:r>
            <a:r>
              <a:rPr lang="pt-BR" sz="1600" b="1" dirty="0">
                <a:solidFill>
                  <a:srgbClr val="F3F3F3"/>
                </a:solidFill>
              </a:rPr>
              <a:t> 16,25-27)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293" name="Google Shape;293;p4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foi manifestado e, mediante as Escrituras proféticas, conforme determinação do Deus eterno, foi levado ao conhecimento de todas as nações, para trazê-las à obediência da fé.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ele, o único Deus, o sábio, por meio de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Jesus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91;p4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92;p4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Segunda Leitura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Rm</a:t>
            </a:r>
            <a:r>
              <a:rPr lang="pt-BR" sz="1600" b="1" dirty="0">
                <a:solidFill>
                  <a:srgbClr val="F3F3F3"/>
                </a:solidFill>
              </a:rPr>
              <a:t> 16,25-27)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93;p4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7216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Cristo, a glória, pelos séculos dos séculos. Amém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lang="pt-BR" sz="35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  <a:buSzPts val="1100"/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Palavra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Graças a Deus.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91;p4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92;p4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Segunda Leitura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Rm</a:t>
            </a:r>
            <a:r>
              <a:rPr lang="pt-BR" sz="1600" b="1" dirty="0">
                <a:solidFill>
                  <a:srgbClr val="F3F3F3"/>
                </a:solidFill>
              </a:rPr>
              <a:t> 16,25-27)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93;p4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357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Evangelho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pt-BR" sz="35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Lc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1,26-38)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Senhor esteja convosco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Ele está no meio de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nós.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600" b="1" spc="-1" dirty="0" smtClea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Proclamação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Evangelho de Jesus Cristo segundo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Lucas.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Glória a vós, Senhor.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Lc</a:t>
            </a:r>
            <a:r>
              <a:rPr lang="pt-BR" sz="1600" b="1" dirty="0">
                <a:solidFill>
                  <a:srgbClr val="F3F3F3"/>
                </a:solidFill>
              </a:rPr>
              <a:t> 1,26-38)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NAQUELE TEMPO,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anjo Gabriel foi enviado por Deus a uma cidade da Galileia, chamada Nazaré,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uma virgem, prometida em casamento a um homem chamado José. Ele era descendente de Davi e o nome da virgem era Maria.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anjo entrou onde ela estava e disse: “Alegra-te, cheia de graça,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Lc</a:t>
            </a:r>
            <a:r>
              <a:rPr lang="pt-BR" sz="1600" b="1" dirty="0">
                <a:solidFill>
                  <a:srgbClr val="F3F3F3"/>
                </a:solidFill>
              </a:rPr>
              <a:t> 1,26-38)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0593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 está contigo!”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Maria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ficou perturbada com essas palavras e começou a pensar qual seria o significado da saudação.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anjo, então, disse-lhe: “Não tenhas medo, Maria, porque encontraste graça diante de Deus.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Eis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conceberás e darás à luz um filho, a quem porás o nome de Jesus.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Ele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será grande, será 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Lc</a:t>
            </a:r>
            <a:r>
              <a:rPr lang="pt-BR" sz="1600" b="1" dirty="0">
                <a:solidFill>
                  <a:srgbClr val="F3F3F3"/>
                </a:solidFill>
              </a:rPr>
              <a:t> 1,26-38)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54996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chamado Filho do Altíssimo, e o Senhor Deus lhe dará o trono de seu pai Davi.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Ele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reinará para sempre sobre os descendentes de Jacó, e o seu reino não terá fim”.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Maria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perguntou ao anjo: “Como acontecerá isso, se eu não conheço homem algum?” O anjo respondeu: “O Espírito virá sobre ti, e o poder 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Altíssimo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Lc</a:t>
            </a:r>
            <a:r>
              <a:rPr lang="pt-BR" sz="1600" b="1" dirty="0">
                <a:solidFill>
                  <a:srgbClr val="F3F3F3"/>
                </a:solidFill>
              </a:rPr>
              <a:t> 1,26-38)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2857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 cobrirá com sua sombra. Por isso, o menino que vai nascer será chamado Santo, Filho de Deus.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Também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Isabel, tua parenta, concebeu um filho na velhice. Este já é o sexto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mês daquela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era considerada estéril,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porque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para Deus nada é impossível”.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Maria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então, disse: “Eis aqui a serva do Senhor; faça-se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Lc</a:t>
            </a:r>
            <a:r>
              <a:rPr lang="pt-BR" sz="1600" b="1" dirty="0">
                <a:solidFill>
                  <a:srgbClr val="F3F3F3"/>
                </a:solidFill>
              </a:rPr>
              <a:t> 1,26-38)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667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mim segundo a tua palavra!” E o anjo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retirou-se.</a:t>
            </a:r>
            <a:endParaRPr lang="pt-BR" sz="35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Palavra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 Salvação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Glória a vós, Senhor.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Lc</a:t>
            </a:r>
            <a:r>
              <a:rPr lang="pt-BR" sz="1600" b="1" dirty="0">
                <a:solidFill>
                  <a:srgbClr val="F3F3F3"/>
                </a:solidFill>
              </a:rPr>
              <a:t> 1,26-38)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5498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Profissão de Fé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Creio em Deus Pai todo-poderoso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criador do céu e da terra. / E em Jesus Cristo, seu único Filho, nosso Senhor, / que foi concebido pelo poder do Espírito Santo; / nasceu da Virgem Maria; / padeceu sob </a:t>
            </a:r>
            <a:r>
              <a:rPr lang="pt-BR" sz="3500" b="1" dirty="0" err="1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Pôncio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Pilatos, / foi crucificado, morto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Profissão de Fé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9"/>
          <p:cNvSpPr txBox="1">
            <a:spLocks noGrp="1"/>
          </p:cNvSpPr>
          <p:nvPr>
            <p:ph type="body" idx="1"/>
          </p:nvPr>
        </p:nvSpPr>
        <p:spPr>
          <a:xfrm>
            <a:off x="252000" y="566270"/>
            <a:ext cx="8892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sepultado. / Desceu à mansão dos mortos;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/ ressuscitou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ao terceiro dia; / subiu aos céus; / está sentado à direita de Deus Pai todo- poderoso, / donde há de vir a julgar os vivos e os mortos. / Creio no Espírito Santo; / na Santa Igreja Católica; / na comunhão dos santos; / na remissão dos pecados; / na ressurreição da carne; / na vida eterna. / Amém.</a:t>
            </a:r>
            <a:endParaRPr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69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69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Profissão de Fé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77" name="Google Shape;477;p69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7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Preces da Comunidade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85" name="Google Shape;485;p7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  <p:sp>
        <p:nvSpPr>
          <p:cNvPr id="8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Preces da Comunidade</a:t>
            </a:r>
            <a:endParaRPr lang="pt-BR" sz="3500" b="1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Na proximidade das celebrações natalinas elevemos ao Senhor nossas preces, para que estejamos cada vez mais preparados para acolhê-Lo em nossos corações, dizendo: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Vinde, Senhor e salvai o vosso povo!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27499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Para que a Igreja seja sempre sinal do amor divino na construção de uma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nova humanidade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reconciliada com Deus, rezemos: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Vinde, Senhor e salvai o vosso povo!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Para que os governantes edifiquem a sociedade na justiça e no bem comum e nunca se esqueçam dos pobres, rezemos: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Vinde, Senhor e salvai o vosso povo!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4576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Para que a nossa comunidade encontre sempre na Virgem Maria o exemplo de humildade, pobreza e entrega ao Senhor, rezemos: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Vinde, Senhor e salvai o vosso povo!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41576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Para que o gesto concreto da novena de Natal seja uma expressão efetiva do compromisso com a solidariedade, rezemos: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Vinde, Senhor e salvai o vosso povo!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2317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Outras preces...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Vinde, Senhor e salvai o vosso povo!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9600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Senhor, nosso Pai, ouvi com bondade os pedidos que apresentamos, e que na vinda do Filho Unigênito a vossa salvação nos liberte do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mal.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Por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Cristo, nosso Senhor.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0888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7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Orai, irmãos e irmãs, para que o sacrifício da Igreja, nesta pausa restauradora na caminhada rumo ao céu, seja aceito por Deus Pai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todo-poderoso.</a:t>
            </a:r>
            <a:endParaRPr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Receba o Senhor por tuas mãos este sacrifício, para glória do seu nome, para nosso bem e de toda a santa Igreja.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7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7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Liturgia Eucarística </a:t>
            </a:r>
            <a:r>
              <a:rPr lang="pt-BR" sz="1600" b="1" dirty="0">
                <a:solidFill>
                  <a:srgbClr val="F3F3F3"/>
                </a:solidFill>
              </a:rPr>
              <a:t>- Convite à Oração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545" name="Google Shape;545;p7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9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Ó Deus, que o mesmo Espírito Santo, que trouxe a vida ao seio de Maria, santifique estas oferendas colocadas sobre o vosso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altar.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Por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Cristo, nosso Senhor.</a:t>
            </a:r>
            <a:endParaRPr lang="pt-BR"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79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79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Liturgia Eucarística </a:t>
            </a:r>
            <a:r>
              <a:rPr lang="pt-BR" sz="1600" b="1" dirty="0">
                <a:solidFill>
                  <a:srgbClr val="F3F3F3"/>
                </a:solidFill>
              </a:rPr>
              <a:t>- Oração Sobre as Oferendas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553" name="Google Shape;553;p79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Oração Eucarística </a:t>
            </a: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III</a:t>
            </a:r>
            <a:endParaRPr lang="pt-BR" sz="3500" b="1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Prefácio do Advento, IIA</a:t>
            </a: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Maria, a nova Eva</a:t>
            </a: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Senhor esteja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convosco.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Ele está no meio de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nós.</a:t>
            </a: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Liturgia Eucarística - Oração Eucarística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Corações ao alto.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nosso coração está em Deus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emos graças ao Senhor, nosso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Deus.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É nosso dever e nossa salvação.</a:t>
            </a:r>
            <a:endParaRPr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04716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 verdade, é justo e necessário, é nosso dever e salvação dar-vos graças, Senhor, Pai santo, Deus eterno e todo-poderoso. Nós vos louvamos, bendizemos e glorificamos pelo mistério da Virgem Maria, Mãe de Deus. Do antigo adversário nos veio a desgraça, mas do seio virginal da Filha de Sião germinou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aquele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4336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nos alimenta com o pão do céu e garante para todo o gênero humano a salvação e a paz. Em Maria, é-nos dada de novo a graça que por Eva tínhamos perdido. Em Maria, mãe de todos os seres humanos, a maternidade, livre do pecado e da morte, se abre para uma nova vida. Se grande era a nossa culpa, bem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5852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maior se apresenta a divina misericórdia em Jesus Cristo, nosso Salvador. Por isso, enquanto esperamos sua chegada, unidos aos anjos e a todos os santos, cheios de esperança e alegria, nós vos louvamos cantando (dizendo) a uma só voz: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162166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724110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17339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Santo, Santo,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Santo,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Senhor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Deus do universo!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céu e a terra proclamam a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vossa glória.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Hosana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nas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alturas!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Bendito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que vem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em nome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do Senhor!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Hosana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nas alturas!</a:t>
            </a:r>
            <a:endParaRPr lang="pt-BR" sz="3500" b="1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32801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 verdade, vós sois santo, ó Deus do universo, e tudo o que criastes proclama o vosso louvor, porque, por Jesus Cristo, vosso Filho e Senhor nosso, e pela força do Espírito Santo, dais vida e santidade a todas as coisas e não cessais de reunir o vosso povo, para que vos ofereça em toda parte, do nascer ao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pôr</a:t>
            </a:r>
            <a:endParaRPr lang="pt-BR"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77927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sol, um sacrifício perfeito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Santificai e reuni o vosso povo!</a:t>
            </a:r>
            <a:endParaRPr lang="pt-BR" sz="3500" b="1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isso, nós vos suplicamos: santificai pelo Espírito Santo as oferendas que vos apresentamos para serem consagradas, a fim de que se tornem o Corpo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</a:t>
            </a:r>
            <a:r>
              <a:rPr lang="pt-BR" sz="3200" b="1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 Sangue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</a:t>
            </a:r>
            <a:endParaRPr lang="pt-BR"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28883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Jesus Cristo,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vosso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Filho e Senhor nosso, que nos mandou celebrar este mistério.</a:t>
            </a:r>
            <a:endParaRPr lang="pt-BR"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Santificai nossa oferenda, ó Senhor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</a:p>
          <a:p>
            <a:pPr mar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 noite em que ia ser entregue, ele tomou o pão, deu graças, e o partiu e deu a seus discípulos, dizendo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lang="pt-BR"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1478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61340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Eis o mistério da fé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Salvador mundo, salvai-nos, vós que nos libertastes pela cruz e ressurreição.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9475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Celebrando agora, ó Pai, a memória do vosso Filho, da sua paixão que nos salva, da sua gloriosa ressurreição e da sua ascensão ao céu, e enquanto esperamos a sua nova vinda, nós vos oferecemos em ação de graças este sacrifício de vida e santidade.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Recebei, ó Senhor, a nossa oferta!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05644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8" y="771750"/>
            <a:ext cx="8892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Olhai com bondade a oferenda da vossa Igreja, reconhecei o sacrifício que nos reconcilia convosco e concedei que, alimentando-nos com o Corpo e o Sangue do vosso Filho, sejamos repletos do Espírito Santo e nos tornemos em Cristo um só corpo e um só espírito.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Fazei de nós um só corpo e um só espírito!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84282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8499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ele faça de nós uma oferenda perfeita para alcançarmos a vida eterna com os vossos santos: a Virgem Maria, Mãe de Deus, São José, seu esposo, os vossos Apóstolos e Mártires,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(N.)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todos os santos, que não cessam de interceder por nós na vossa presença.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Fazei de nós uma perfeita oferenda!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73098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8499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agora, nós vos suplicamos, ó Pai, que este sacrifício da nossa reconciliação estenda a paz e a salvação ao mundo inteiro. Confirmai na fé e na caridade a vossa Igreja, enquanto caminha neste mundo: o vosso servo o Papa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Francisco,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nosso Bispo </a:t>
            </a:r>
            <a:r>
              <a:rPr lang="pt-BR" sz="3500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Orani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 os bispos do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mundo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57015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8499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inteiro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o clero e todo o povo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conquistastes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Lembrai-vos, ó Pai, da vossa Igreja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Atendei às preces da vossa família, que está aqui, na vossa presença. Reuni em vós, Pai de misericórdia, todos os vossos filhos 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filhas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219820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8499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dispersos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pelo mundo inteiro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Lembrai-vos, ó Pai, dos vossos filhos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lang="pt-BR"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Acolhei com bondade no vosso reino os nossos irmãos e irmãs que partiram desta vida e todos os que morreram na vossa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amizade. Unidos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eles, esperamos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também nos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603739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8499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saciar-nos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eternamente da vossa glória, por Cristo, Senhor nosso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 todos saciai com vossa glória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lang="pt-BR"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ele dais ao mundo todo bem e toda graça. Por Cristo, com Cristo, em Cristo, a vós, Deus Pai todo-poderoso, na unidade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222721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8499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Espírito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Santo, toda a honra e toda a glória, agora e para sempre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87241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892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Rito da Comunhão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Senhor nos comunicou o seu Espírito. Com a confiança e a liberdade de filhos, digamos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juntos: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Pai nosso que estais nos Céus, santificado seja o Vosso Nome,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venha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 nós o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Vosso reino,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12536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seja feita a Vossa vontade, assim na terra como no Céu. O pão nosso de cada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dia nos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dai hoje; perdoai-nos as nossas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ofensas, assim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como nós perdoamos a quem nos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tem ofendido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e não nos deixeis cair em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tentação, mas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livrai-nos do mal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indent="0" algn="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(*Após 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 Pai Nosso não se diz </a:t>
            </a: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Amém.)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486097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432707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Livrai-nos de todos os males, ó Pai, 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dai-nos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hoje a vossa paz. Ajudados pela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vossa misericórdia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sejamos sempre livres do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pecado 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protegidos de todos os perigos,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enquanto, vivendo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esperança,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aguardamos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vinda de Cristo salvador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Vosso é o Reino, o poder e a glória para sempre!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523579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Senhor Jesus Cristo, dissestes aos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vossos apóstolos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eu vos deixo a paz, eu vos dou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minha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paz. Não olheis os nossos pecados,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mas 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fé que anima vossa Igreja; dai-lhe, segundo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vosso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desejo,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paz e a unidade. Vós, que sois Deus, com o Pai e o Espírito Santo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569779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paz do Senhor esteja sempre convosco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amor de Cristo nos uniu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06922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Cordeiro de Deus, que tirais o pecado do mundo, tende piedade de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nós.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Cordeiro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 Deus, que tirais o pecado do mundo, tende piedade de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nós.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Cordeiro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 Deus que tirais o pecado do mundo, dai-nos a paz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75851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Felizes os convidados para a ceia do Senhor. Eis o Cordeiro de Deus, que tira o pecado do mundo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Senhor, eu não sou digno de que entreis em minha morada, mas dizei uma palavra e serei salvo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025919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224409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44514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buNone/>
            </a:pP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COMUNHÃO</a:t>
            </a: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 algn="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(Aguardem os padres e ministros</a:t>
            </a:r>
            <a:b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nos seus lugares.)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</a:t>
            </a:r>
            <a:r>
              <a:rPr lang="pt-BR" sz="1600" b="1" dirty="0" smtClean="0">
                <a:solidFill>
                  <a:srgbClr val="F3F3F3"/>
                </a:solidFill>
              </a:rPr>
              <a:t>Eucarística</a:t>
            </a:r>
            <a:endParaRPr lang="pt-BR"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65961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Antífona da Comunhão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pt-BR" sz="35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7,14)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Virgem conceberá e dará à luz um filho; e ele será chamado “Deus-conosco”.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Antífona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13048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buNone/>
            </a:pP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AÇÃO DE GRAÇAS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</a:t>
            </a:r>
            <a:r>
              <a:rPr lang="pt-BR" sz="1600" b="1" dirty="0" smtClean="0">
                <a:solidFill>
                  <a:srgbClr val="F3F3F3"/>
                </a:solidFill>
              </a:rPr>
              <a:t>Eucarística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763140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0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OREMOS: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Ó Deus todo-poderoso, tendo nós recebido o penhor da eterna redenção, fazei que, ao aproximar-se a festa da salvação, nos preparemos com maior empenho para celebrar dignamente o mistério do vosso Filho. Que vive e reina para sempre.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0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20" name="Google Shape;720;p10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Liturgia </a:t>
            </a:r>
            <a:r>
              <a:rPr lang="pt-BR" sz="1600" b="1" dirty="0" smtClean="0">
                <a:solidFill>
                  <a:srgbClr val="F3F3F3"/>
                </a:solidFill>
              </a:rPr>
              <a:t>Eucarística </a:t>
            </a:r>
            <a:r>
              <a:rPr lang="pt-BR" sz="1600" b="1" dirty="0">
                <a:solidFill>
                  <a:srgbClr val="F3F3F3"/>
                </a:solidFill>
              </a:rPr>
              <a:t>- Depois da Comunhão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21" name="Google Shape;721;p10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0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28" name="Google Shape;728;p10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Vivência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29" name="Google Shape;729;p10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718;p10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Maria recebeu a “força do Altíssimo”, ou seja, o Espírito Santo para realizar plenamente a vontade de Deus. Nesta celebração, recebemos esta mesma força para prepararmos bem a chegada do Salvador. Assim, procuremos nesta semana a reconciliação com Deus e com o próximo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0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28" name="Google Shape;728;p10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Vivência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29" name="Google Shape;729;p10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718;p10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a alegria do Natal seja plena e eficaz em nossa vida!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146022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Benção Final e Despedida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 Senhor esteja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convosco.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Ele está no meio de nós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Bênção Final e Despedida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o Deus onipotente e misericordioso vos ilumine com o Advento de Seu Filho, em cuja vinda credes e cuja volta esperais, e derrame sobre vós as suas bênçãos.</a:t>
            </a:r>
            <a:endParaRPr lang="pt-BR" sz="3500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b="1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Bênção Final e Despedida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7544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Que, durante esta vida, Ele vos torne firmes na fé, alegres na esperança e solícitos na caridade.</a:t>
            </a:r>
            <a:endParaRPr lang="pt-BR" sz="3500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b="1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Bênção Final e Despedida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56662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Alegrando-vos agora pela vinda do Salvador feito homem, sejais recompensados com a vida eterna, quando vier de novo em sua glória.</a:t>
            </a:r>
            <a:endParaRPr lang="pt-BR" sz="3500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b="1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Bênção Final e Despedida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43605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Abençoe-vos Deus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todo-poderoso, Pai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Filho </a:t>
            </a:r>
            <a:r>
              <a:rPr lang="pt-BR" sz="3600" b="1" spc="-1" dirty="0" smtClea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Espírito Santo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 nome do Senhor, ide em paz e o Senhor vos acompanhe.</a:t>
            </a:r>
            <a:endParaRPr lang="pt-BR" sz="3500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Graças a Deus.</a:t>
            </a: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Bênção Final e Despedida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27478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1718</TotalTime>
  <Words>4165</Words>
  <Application>Microsoft Office PowerPoint</Application>
  <PresentationFormat>Apresentação na tela (16:9)</PresentationFormat>
  <Paragraphs>349</Paragraphs>
  <Slides>98</Slides>
  <Notes>98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98</vt:i4>
      </vt:variant>
    </vt:vector>
  </HeadingPairs>
  <TitlesOfParts>
    <vt:vector size="102" baseType="lpstr">
      <vt:lpstr>Arial</vt:lpstr>
      <vt:lpstr>Calibri</vt:lpstr>
      <vt:lpstr>Cambria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Alessa</dc:creator>
  <cp:lastModifiedBy>Ale</cp:lastModifiedBy>
  <cp:revision>253</cp:revision>
  <dcterms:modified xsi:type="dcterms:W3CDTF">2020-12-20T07:54:36Z</dcterms:modified>
</cp:coreProperties>
</file>
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98"/>
  </p:notesMasterIdLst>
  <p:sldIdLst>
    <p:sldId id="256" r:id="rId2"/>
    <p:sldId id="257" r:id="rId3"/>
    <p:sldId id="258" r:id="rId4"/>
    <p:sldId id="259" r:id="rId5"/>
    <p:sldId id="260" r:id="rId6"/>
    <p:sldId id="261" r:id="rId7"/>
    <p:sldId id="429" r:id="rId8"/>
    <p:sldId id="264" r:id="rId9"/>
    <p:sldId id="265" r:id="rId10"/>
    <p:sldId id="266" r:id="rId11"/>
    <p:sldId id="267" r:id="rId12"/>
    <p:sldId id="410" r:id="rId13"/>
    <p:sldId id="268" r:id="rId14"/>
    <p:sldId id="269" r:id="rId15"/>
    <p:sldId id="572" r:id="rId16"/>
    <p:sldId id="556" r:id="rId17"/>
    <p:sldId id="535" r:id="rId18"/>
    <p:sldId id="573" r:id="rId19"/>
    <p:sldId id="477" r:id="rId20"/>
    <p:sldId id="278" r:id="rId21"/>
    <p:sldId id="358" r:id="rId22"/>
    <p:sldId id="537" r:id="rId23"/>
    <p:sldId id="574" r:id="rId24"/>
    <p:sldId id="575" r:id="rId25"/>
    <p:sldId id="539" r:id="rId26"/>
    <p:sldId id="411" r:id="rId27"/>
    <p:sldId id="282" r:id="rId28"/>
    <p:sldId id="471" r:id="rId29"/>
    <p:sldId id="576" r:id="rId30"/>
    <p:sldId id="577" r:id="rId31"/>
    <p:sldId id="578" r:id="rId32"/>
    <p:sldId id="579" r:id="rId33"/>
    <p:sldId id="288" r:id="rId34"/>
    <p:sldId id="437" r:id="rId35"/>
    <p:sldId id="580" r:id="rId36"/>
    <p:sldId id="304" r:id="rId37"/>
    <p:sldId id="305" r:id="rId38"/>
    <p:sldId id="369" r:id="rId39"/>
    <p:sldId id="581" r:id="rId40"/>
    <p:sldId id="582" r:id="rId41"/>
    <p:sldId id="310" r:id="rId42"/>
    <p:sldId id="311" r:id="rId43"/>
    <p:sldId id="312" r:id="rId44"/>
    <p:sldId id="547" r:id="rId45"/>
    <p:sldId id="314" r:id="rId46"/>
    <p:sldId id="583" r:id="rId47"/>
    <p:sldId id="584" r:id="rId48"/>
    <p:sldId id="585" r:id="rId49"/>
    <p:sldId id="586" r:id="rId50"/>
    <p:sldId id="375" r:id="rId51"/>
    <p:sldId id="377" r:id="rId52"/>
    <p:sldId id="320" r:id="rId53"/>
    <p:sldId id="321" r:id="rId54"/>
    <p:sldId id="322" r:id="rId55"/>
    <p:sldId id="323" r:id="rId56"/>
    <p:sldId id="378" r:id="rId57"/>
    <p:sldId id="379" r:id="rId58"/>
    <p:sldId id="587" r:id="rId59"/>
    <p:sldId id="484" r:id="rId60"/>
    <p:sldId id="381" r:id="rId61"/>
    <p:sldId id="588" r:id="rId62"/>
    <p:sldId id="589" r:id="rId63"/>
    <p:sldId id="590" r:id="rId64"/>
    <p:sldId id="391" r:id="rId65"/>
    <p:sldId id="392" r:id="rId66"/>
    <p:sldId id="393" r:id="rId67"/>
    <p:sldId id="591" r:id="rId68"/>
    <p:sldId id="525" r:id="rId69"/>
    <p:sldId id="592" r:id="rId70"/>
    <p:sldId id="593" r:id="rId71"/>
    <p:sldId id="594" r:id="rId72"/>
    <p:sldId id="595" r:id="rId73"/>
    <p:sldId id="596" r:id="rId74"/>
    <p:sldId id="400" r:id="rId75"/>
    <p:sldId id="401" r:id="rId76"/>
    <p:sldId id="402" r:id="rId77"/>
    <p:sldId id="403" r:id="rId78"/>
    <p:sldId id="404" r:id="rId79"/>
    <p:sldId id="405" r:id="rId80"/>
    <p:sldId id="406" r:id="rId81"/>
    <p:sldId id="487" r:id="rId82"/>
    <p:sldId id="488" r:id="rId83"/>
    <p:sldId id="408" r:id="rId84"/>
    <p:sldId id="407" r:id="rId85"/>
    <p:sldId id="409" r:id="rId86"/>
    <p:sldId id="343" r:id="rId87"/>
    <p:sldId id="344" r:id="rId88"/>
    <p:sldId id="351" r:id="rId89"/>
    <p:sldId id="352" r:id="rId90"/>
    <p:sldId id="568" r:id="rId91"/>
    <p:sldId id="347" r:id="rId92"/>
    <p:sldId id="490" r:id="rId93"/>
    <p:sldId id="597" r:id="rId94"/>
    <p:sldId id="598" r:id="rId95"/>
    <p:sldId id="560" r:id="rId96"/>
    <p:sldId id="353" r:id="rId97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030A0"/>
    <a:srgbClr val="A365D1"/>
    <a:srgbClr val="893BC3"/>
    <a:srgbClr val="009900"/>
    <a:srgbClr val="33C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7" autoAdjust="0"/>
    <p:restoredTop sz="94660"/>
  </p:normalViewPr>
  <p:slideViewPr>
    <p:cSldViewPr snapToGrid="0">
      <p:cViewPr varScale="1">
        <p:scale>
          <a:sx n="98" d="100"/>
          <a:sy n="98" d="100"/>
        </p:scale>
        <p:origin x="474" y="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tableStyles" Target="tableStyle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presProps" Target="presProps.xml"/><Relationship Id="rId10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notesMaster" Target="notesMasters/notesMaster1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65940825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647131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89709dbf69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89709dbf69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57166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89709dbf69_1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89709dbf69_1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028276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8a242b1969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8a242b1969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059496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89709dbf69_1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89709dbf69_1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202098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89709dbf69_1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89709dbf69_1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273977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89709dbf69_1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89709dbf69_1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966980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898b97a525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898b97a525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829478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898b97a525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898b97a525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206887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898b97a525_2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898b97a525_2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189964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898b97a525_2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898b97a525_2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502860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898b97a525_2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898b97a525_2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1445370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898b97a525_2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898b97a525_2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8333308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898b97a525_2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898b97a525_2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6237276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898b97a525_2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898b97a525_2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0222070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898b97a525_2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898b97a525_2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0625991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898b97a525_2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898b97a525_2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5643454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898b97a525_2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898b97a525_2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575722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898b97a525_2_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898b97a525_2_1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5405617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898b97a525_2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898b97a525_2_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5429008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898b97a525_2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898b97a525_2_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0311007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898b97a525_2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898b97a525_2_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8842670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898b97a525_2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898b97a525_2_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1682777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898b97a525_2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898b97a525_2_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9600829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898b97a525_2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898b97a525_2_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825125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898b97a525_2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898b97a525_2_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455553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88a65153c3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88a65153c3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6599042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88a65153c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88a65153c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3068764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88a65153c3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88a65153c3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7329430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88a65153c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88a65153c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3480807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88a65153c3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88a65153c3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0538063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88a65153c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88a65153c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8546161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88a65153c3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88a65153c3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9443081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88a65153c3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88a65153c3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3449371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88a65153c3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88a65153c3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6959804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88a65153c3_0_2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6" name="Google Shape;416;g88a65153c3_0_2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7338635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88a65153c3_0_1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88a65153c3_0_1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8387296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88a65153c3_0_1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88a65153c3_0_1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6761855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88a65153c3_0_1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88a65153c3_0_1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1795116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88a65153c3_0_1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88a65153c3_0_1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5777056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88a65153c3_0_2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0" name="Google Shape;460;g88a65153c3_0_2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5686605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88a65153c3_0_2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88a65153c3_0_2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9629187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88a65153c3_0_2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2" name="Google Shape;472;g88a65153c3_0_2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93705538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88a65153c3_0_2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0" name="Google Shape;480;g88a65153c3_0_2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78726127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88a65153c3_0_2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8" name="Google Shape;488;g88a65153c3_0_2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3613846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88a65153c3_0_2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8" name="Google Shape;488;g88a65153c3_0_2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8720205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88a65153c3_0_2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8" name="Google Shape;488;g88a65153c3_0_2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56989494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88a65153c3_0_2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8" name="Google Shape;488;g88a65153c3_0_2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38991927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88a65153c3_0_2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8" name="Google Shape;488;g88a65153c3_0_2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27394632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88a65153c3_0_2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8" name="Google Shape;488;g88a65153c3_0_2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25420053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88a65153c3_0_2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8" name="Google Shape;488;g88a65153c3_0_2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77887757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g8a242b1969_2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6" name="Google Shape;536;g8a242b1969_2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23030696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g8adaa5bc0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0" name="Google Shape;540;g8adaa5bc0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6813896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g8adaa5bc0d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g8adaa5bc0d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78843030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8adaa5bc0d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8adaa5bc0d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09731483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8adaa5bc0d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8adaa5bc0d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69798339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8adaa5bc0d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8adaa5bc0d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74989899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8adaa5bc0d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8adaa5bc0d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69503178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g8cda3270e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8" name="Google Shape;588;g8cda3270e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49500489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8adaa5bc0d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8adaa5bc0d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13108418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8adaa5bc0d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8adaa5bc0d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06548808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8adaa5bc0d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8adaa5bc0d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44842770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8adaa5bc0d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8adaa5bc0d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24242194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8adaa5bc0d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8adaa5bc0d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39955109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8adaa5bc0d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8adaa5bc0d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65290548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8adaa5bc0d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8adaa5bc0d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48646686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8adaa5bc0d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8adaa5bc0d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9043567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8adaa5bc0d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8adaa5bc0d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50055928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8adaa5bc0d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8adaa5bc0d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51750775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8adaa5bc0d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8adaa5bc0d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18971738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8adaa5bc0d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8adaa5bc0d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5207581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8adaa5bc0d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8adaa5bc0d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37236216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8adaa5bc0d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8adaa5bc0d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5850017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8adaa5bc0d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8adaa5bc0d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4349460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8adaa5bc0d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8adaa5bc0d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4173003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8adaa5bc0d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8adaa5bc0d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5511667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8adaa5bc0d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8adaa5bc0d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21105492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8adaa5bc0d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8adaa5bc0d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94633124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8adaa5bc0d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8adaa5bc0d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85387288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8adaa5bc0d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8adaa5bc0d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46117012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g8c3aae26e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0" name="Google Shape;720;g8c3aae26e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80373379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g8adaa5bc0d_0_1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4" name="Google Shape;724;g8adaa5bc0d_0_1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45941598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8adaa5bc0d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8adaa5bc0d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57368195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8adaa5bc0d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8adaa5bc0d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58903058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8adaa5bc0d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8adaa5bc0d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6219054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g8adaa5bc0d_0_1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6" name="Google Shape;716;g8adaa5bc0d_0_1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9504889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g8adaa5bc0d_0_1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4" name="Google Shape;724;g8adaa5bc0d_0_1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7147016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g8adaa5bc0d_0_2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0" name="Google Shape;780;g8adaa5bc0d_0_2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9812762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g8adaa5bc0d_0_2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4" name="Google Shape;784;g8adaa5bc0d_0_2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46261939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8adaa5bc0d_0_2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8adaa5bc0d_0_2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91308492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8adaa5bc0d_0_2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8adaa5bc0d_0_2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22938887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8adaa5bc0d_0_2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8adaa5bc0d_0_2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11010258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8adaa5bc0d_0_2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8adaa5bc0d_0_2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70064334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8adaa5bc0d_0_2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8adaa5bc0d_0_2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19173590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8adaa5bc0d_0_2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8adaa5bc0d_0_2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4110202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g8adaa5bc0d_0_2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8" name="Google Shape;788;g8adaa5bc0d_0_2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086952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00000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3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3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3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3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3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3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3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3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3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3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3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3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3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3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3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3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3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3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3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3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3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3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3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3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3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3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4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“... necessito de sacrifício repleto de amor, porque apenas este tem valor diante de Mim. Grandes são as dívidas contraídas pelo Mundo diante de Mim. Podem pagá-las as almas puras, pelo seu sacrifício, praticando a misericórdia em espírito”</a:t>
            </a:r>
            <a:endParaRPr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14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0" name="Google Shape;60;p14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Reflexão do Diário de Santa Faustina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61" name="Google Shape;61;p14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Nº 1316</a:t>
            </a:r>
            <a:endParaRPr sz="1600" b="1" dirty="0">
              <a:solidFill>
                <a:srgbClr val="F3F3F3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pt-BR" sz="3500" b="1" dirty="0" smtClean="0">
              <a:solidFill>
                <a:srgbClr val="33CC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500" b="1" dirty="0">
                <a:solidFill>
                  <a:srgbClr val="A365D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pt-BR" sz="3500" b="1" dirty="0" smtClean="0">
                <a:solidFill>
                  <a:srgbClr val="A365D1"/>
                </a:solidFill>
                <a:latin typeface="Calibri"/>
                <a:ea typeface="Calibri"/>
                <a:cs typeface="Calibri"/>
                <a:sym typeface="Calibri"/>
              </a:rPr>
              <a:t>º </a:t>
            </a:r>
            <a:r>
              <a:rPr lang="pt-BR" sz="3500" b="1" dirty="0" smtClean="0">
                <a:solidFill>
                  <a:srgbClr val="A365D1"/>
                </a:solidFill>
                <a:latin typeface="Calibri"/>
                <a:ea typeface="Calibri"/>
                <a:cs typeface="Calibri"/>
                <a:sym typeface="Calibri"/>
              </a:rPr>
              <a:t>Domingo do </a:t>
            </a:r>
            <a:r>
              <a:rPr lang="pt-BR" sz="3500" b="1" dirty="0" smtClean="0">
                <a:solidFill>
                  <a:srgbClr val="A365D1"/>
                </a:solidFill>
                <a:latin typeface="Calibri"/>
                <a:ea typeface="Calibri"/>
                <a:cs typeface="Calibri"/>
                <a:sym typeface="Calibri"/>
              </a:rPr>
              <a:t>Advento</a:t>
            </a:r>
            <a:endParaRPr sz="3500" b="1" dirty="0">
              <a:solidFill>
                <a:srgbClr val="A365D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endParaRPr sz="3500" dirty="0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7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6" name="Google Shape;76;p17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Ritos Iniciais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77" name="Google Shape;77;p17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Sentados</a:t>
            </a:r>
            <a:endParaRPr sz="1600" b="1" dirty="0">
              <a:solidFill>
                <a:srgbClr val="F3F3F3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spcAft>
                <a:spcPts val="1600"/>
              </a:spcAft>
              <a:buNone/>
            </a:pP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Reunidos para celebrar o Dia do Senhor, iniciamos com este domingo um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novo ano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litúrgico, onde o Evangelho de Marcos nos apresentará o mistério pascal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que, neste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tempo de Advento, gestará em nossas vidas o Cristo que veio na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história, vem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na Eucaristia e no mistério do Natal, e virá no fim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dos</a:t>
            </a:r>
            <a:endParaRPr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75;p17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" name="Google Shape;76;p17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Ritos Iniciais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8" name="Google Shape;77;p17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Sentados</a:t>
            </a:r>
            <a:endParaRPr sz="1600" b="1" dirty="0">
              <a:solidFill>
                <a:srgbClr val="F3F3F3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spcAft>
                <a:spcPts val="1600"/>
              </a:spcAft>
              <a:buNone/>
            </a:pP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tempos. Enquanto aguardamos sua vinda gloriosa, acendamos a lamparina do coração e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vigiemos com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oração, esperança e amor.</a:t>
            </a:r>
            <a:endParaRPr lang="pt-BR"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75;p17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" name="Google Shape;76;p17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Ritos Iniciais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8" name="Google Shape;77;p17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Sentados</a:t>
            </a:r>
            <a:endParaRPr sz="1600" b="1" dirty="0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53652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pt-BR" sz="3500" b="1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ESSA MISSA SERÁ CELEBRADA PELAS SEGUINTES INTENÇÕES</a:t>
            </a:r>
            <a:endParaRPr sz="3500" b="1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75;p17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" name="Google Shape;76;p17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Ritos Iniciais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8" name="Google Shape;77;p17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Sentados</a:t>
            </a:r>
            <a:endParaRPr sz="1600" b="1" dirty="0">
              <a:solidFill>
                <a:srgbClr val="F3F3F3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3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b="1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Saudação</a:t>
            </a:r>
            <a:endParaRPr lang="pt-BR" sz="3500" b="1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 smtClean="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pt-BR" sz="3500" dirty="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Em nome do Pai e do Filho e do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Espírito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Santo.</a:t>
            </a:r>
            <a:endParaRPr sz="3500" dirty="0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pt-BR" sz="3500" dirty="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T. </a:t>
            </a:r>
            <a:r>
              <a:rPr lang="pt-BR" sz="3500" b="1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Amém.</a:t>
            </a:r>
            <a:endParaRPr sz="3500" b="1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endParaRPr sz="3500" b="1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23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0" name="Google Shape;120;p23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Ritos Iniciais - Saudação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121" name="Google Shape;121;p23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600" b="1" dirty="0">
                <a:solidFill>
                  <a:srgbClr val="F3F3F3"/>
                </a:solidFill>
              </a:rPr>
              <a:t>De pé</a:t>
            </a:r>
            <a:endParaRPr sz="1600" b="1" dirty="0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 dirty="0">
              <a:solidFill>
                <a:srgbClr val="F3F3F3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4"/>
          <p:cNvSpPr txBox="1">
            <a:spLocks noGrp="1"/>
          </p:cNvSpPr>
          <p:nvPr>
            <p:ph type="body" idx="1"/>
          </p:nvPr>
        </p:nvSpPr>
        <p:spPr>
          <a:xfrm>
            <a:off x="252000" y="751202"/>
            <a:ext cx="8789258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P.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O Deus da esperança, que nos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cumula de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toda alegria e paz em nossa fé,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pela ação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do Espírito Santo, esteja convosco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pt-BR" sz="3500" dirty="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T. </a:t>
            </a:r>
            <a:r>
              <a:rPr lang="pt-BR" sz="3500" b="1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Bendito seja Deus que nos reuniu no amor de Cristo.</a:t>
            </a:r>
            <a:endParaRPr sz="3500" b="1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endParaRPr sz="3500" b="1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endParaRPr sz="3500" b="1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24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8" name="Google Shape;128;p24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Ritos Iniciais - Saudação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129" name="Google Shape;129;p24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De pé</a:t>
            </a:r>
            <a:endParaRPr sz="1600" b="1" dirty="0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 dirty="0">
              <a:solidFill>
                <a:srgbClr val="F3F3F3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3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Antífona da Entrada </a:t>
            </a:r>
            <a:r>
              <a:rPr lang="pt-BR" sz="35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pt-BR" sz="3500" b="1" dirty="0" err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Sl</a:t>
            </a:r>
            <a:r>
              <a:rPr lang="pt-BR" sz="35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24,1-3)</a:t>
            </a:r>
            <a:endParaRPr lang="pt-BR" sz="3500" b="1" dirty="0" smtClean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 vós, meu Deus, elevo a minha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alma. Confio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em vós, que eu não seja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envergonhado! Não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se riam de mim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meus inimigos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, pois não será desiludido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quem em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vós espera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3500" b="1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23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23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Ritos Iniciais - Antífona da Entrada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121" name="Google Shape;121;p23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91579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5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758436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b="1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Ato Penitencial</a:t>
            </a:r>
            <a:endParaRPr lang="pt-BR" sz="3500" b="1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 smtClean="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pt-BR" sz="3500" dirty="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Em Jesus Cristo, o Justo, que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intercede por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nós e nos reconcilia com o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Pai, abramos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o nosso espírito ao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arrependimento para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sermos menos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indignos de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aproximar-nos da mesa do Senhor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3500" i="1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(Momento de </a:t>
            </a:r>
            <a:r>
              <a:rPr lang="pt-BR" sz="3500" i="1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silêncio)</a:t>
            </a:r>
          </a:p>
        </p:txBody>
      </p:sp>
      <p:sp>
        <p:nvSpPr>
          <p:cNvPr id="135" name="Google Shape;135;p25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25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Ritos Iniciais - Ato Penitencial</a:t>
            </a:r>
            <a:endParaRPr sz="1600" b="1">
              <a:solidFill>
                <a:srgbClr val="F3F3F3"/>
              </a:solidFill>
            </a:endParaRPr>
          </a:p>
        </p:txBody>
      </p:sp>
      <p:sp>
        <p:nvSpPr>
          <p:cNvPr id="137" name="Google Shape;137;p25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6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26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Ritos Iniciais - Ato Penitencial</a:t>
            </a:r>
            <a:endParaRPr sz="1600" b="1">
              <a:solidFill>
                <a:srgbClr val="F3F3F3"/>
              </a:solidFill>
            </a:endParaRPr>
          </a:p>
        </p:txBody>
      </p:sp>
      <p:sp>
        <p:nvSpPr>
          <p:cNvPr id="145" name="Google Shape;145;p26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  <p:sp>
        <p:nvSpPr>
          <p:cNvPr id="11" name="Google Shape;134;p25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758436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P.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Senhor, que viestes ao mundo para nos salvar, tende piedade de nós.</a:t>
            </a:r>
            <a:endParaRPr lang="pt-BR" sz="3500" dirty="0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T. </a:t>
            </a:r>
            <a:r>
              <a:rPr lang="pt-BR" sz="3500" b="1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Senhor, tende piedade de nós.</a:t>
            </a:r>
          </a:p>
          <a:p>
            <a:pPr marL="0" lvl="0" indent="0">
              <a:lnSpc>
                <a:spcPct val="100000"/>
              </a:lnSpc>
              <a:spcBef>
                <a:spcPts val="2400"/>
              </a:spcBef>
              <a:buNone/>
            </a:pPr>
            <a:r>
              <a:rPr lang="pt-BR" sz="3500" dirty="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P.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Cristo, que continuamente nos visitais com a graça do vosso Espírito, tende piedade de nós.</a:t>
            </a:r>
            <a:endParaRPr lang="pt-BR" sz="3500" dirty="0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T. </a:t>
            </a:r>
            <a:r>
              <a:rPr lang="pt-BR" sz="3500" b="1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Cristo, tende piedade de nós.</a:t>
            </a:r>
            <a:endParaRPr lang="pt-BR" sz="3500" b="1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6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26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Ritos Iniciais - Ato Penitencial</a:t>
            </a:r>
            <a:endParaRPr sz="1600" b="1">
              <a:solidFill>
                <a:srgbClr val="F3F3F3"/>
              </a:solidFill>
            </a:endParaRPr>
          </a:p>
        </p:txBody>
      </p:sp>
      <p:sp>
        <p:nvSpPr>
          <p:cNvPr id="145" name="Google Shape;145;p26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  <p:sp>
        <p:nvSpPr>
          <p:cNvPr id="11" name="Google Shape;134;p25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758436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P.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Senhor, que vireis um dia para julgar</a:t>
            </a:r>
          </a:p>
          <a:p>
            <a:pPr marL="0" lvl="0" indent="0">
              <a:lnSpc>
                <a:spcPct val="100000"/>
              </a:lnSpc>
              <a:buNone/>
            </a:pP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as nossas obras, tende piedade de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nós.</a:t>
            </a:r>
            <a:endParaRPr lang="pt-BR" sz="3500" dirty="0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T. </a:t>
            </a:r>
            <a:r>
              <a:rPr lang="pt-BR" sz="3500" b="1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Senhor, tende piedade de nós</a:t>
            </a:r>
            <a:r>
              <a:rPr lang="pt-BR" sz="3500" b="1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pt-BR" sz="3500" b="1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899812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6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P.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Deus todo-poderoso tenha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compaixão de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nós, perdoe os nossos pecados e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nos conduza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à vida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eterna.</a:t>
            </a:r>
            <a:endParaRPr sz="3500" dirty="0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T. </a:t>
            </a:r>
            <a:r>
              <a:rPr lang="pt-BR" sz="3500" b="1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Amém.</a:t>
            </a:r>
            <a:endParaRPr lang="pt-BR" sz="3500" b="1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26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26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Ritos Iniciais - Ato Penitencial</a:t>
            </a:r>
            <a:endParaRPr sz="1600" b="1">
              <a:solidFill>
                <a:srgbClr val="F3F3F3"/>
              </a:solidFill>
            </a:endParaRPr>
          </a:p>
        </p:txBody>
      </p:sp>
      <p:sp>
        <p:nvSpPr>
          <p:cNvPr id="145" name="Google Shape;145;p26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17619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6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OREMOS: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Ó Deus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todo-poderoso, concedei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 vossos fiéis o ardente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desejo de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possuir o reino celeste, para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que, acorrendo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com as nossas boas obras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ao encontro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do Cristo que vem, sejamos reunidos à sua direita na comunidade dos justos. Por nosso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Senhor</a:t>
            </a:r>
            <a:endParaRPr lang="pt-BR" sz="3500" b="1" dirty="0" smtClean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26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26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Ritos Iniciais - </a:t>
            </a:r>
            <a:r>
              <a:rPr lang="pt-BR" sz="1600" b="1" dirty="0" smtClean="0">
                <a:solidFill>
                  <a:srgbClr val="F3F3F3"/>
                </a:solidFill>
              </a:rPr>
              <a:t>Oração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145" name="Google Shape;145;p26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95112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6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Jesus Cristo, vosso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Filho, na unidade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do Espírito Santo.</a:t>
            </a:r>
            <a:endParaRPr lang="pt-BR" sz="3500" dirty="0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T. </a:t>
            </a:r>
            <a:r>
              <a:rPr lang="pt-BR" sz="3500" b="1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Amém.</a:t>
            </a:r>
            <a:endParaRPr lang="pt-BR" sz="3500" b="1" dirty="0" smtClean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26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26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Ritos Iniciais - </a:t>
            </a:r>
            <a:r>
              <a:rPr lang="pt-BR" sz="1600" b="1" dirty="0" smtClean="0">
                <a:solidFill>
                  <a:srgbClr val="F3F3F3"/>
                </a:solidFill>
              </a:rPr>
              <a:t>Oração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145" name="Google Shape;145;p26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59156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44095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5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L.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Com os ouvidos vigilantes e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atentos, e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com um espírito de compromisso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ativo e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efetivo com a construção do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Reino, acolhamos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o Senhor que vem até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nós com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sua palavra </a:t>
            </a:r>
            <a:r>
              <a:rPr lang="pt-BR" sz="3500" dirty="0" err="1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salvífica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35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2" name="Google Shape;212;p35"/>
          <p:cNvSpPr txBox="1"/>
          <p:nvPr/>
        </p:nvSpPr>
        <p:spPr>
          <a:xfrm>
            <a:off x="252000" y="87750"/>
            <a:ext cx="63705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Liturgia da </a:t>
            </a:r>
            <a:r>
              <a:rPr lang="pt-BR" sz="1600" b="1" dirty="0" smtClean="0">
                <a:solidFill>
                  <a:srgbClr val="F3F3F3"/>
                </a:solidFill>
              </a:rPr>
              <a:t>Palavra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213" name="Google Shape;213;p35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Sentados</a:t>
            </a:r>
            <a:endParaRPr sz="1600" b="1" dirty="0">
              <a:solidFill>
                <a:srgbClr val="F3F3F3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5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Primeira Leitura </a:t>
            </a:r>
            <a:r>
              <a:rPr lang="pt-BR" sz="35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pt-BR" sz="3500" b="1" dirty="0" err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Is</a:t>
            </a:r>
            <a:r>
              <a:rPr lang="pt-BR" sz="35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63,16b-17.19b;64,2b-7)</a:t>
            </a:r>
            <a:endParaRPr lang="pt-BR" sz="3500" b="1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b="1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Leitura do Livro do Profeta Isaías</a:t>
            </a:r>
            <a:endParaRPr sz="3500" b="1" dirty="0" smtClean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buNone/>
            </a:pP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Senhor, tu és nosso Pai, nosso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redentor; eterno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é o teu nome.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Como nos deixaste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andar longe de teus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caminhos e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endureceste nossos corações para não termos o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teu temor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? Por amor de teus servos, das tribos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de</a:t>
            </a:r>
            <a:endParaRPr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35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35"/>
          <p:cNvSpPr txBox="1"/>
          <p:nvPr/>
        </p:nvSpPr>
        <p:spPr>
          <a:xfrm>
            <a:off x="252000" y="87750"/>
            <a:ext cx="63705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Primeira Leitura </a:t>
            </a:r>
            <a:r>
              <a:rPr lang="pt-BR" sz="1600" b="1" dirty="0">
                <a:solidFill>
                  <a:srgbClr val="F3F3F3"/>
                </a:solidFill>
              </a:rPr>
              <a:t>(</a:t>
            </a:r>
            <a:r>
              <a:rPr lang="pt-BR" sz="1600" b="1" dirty="0" err="1">
                <a:solidFill>
                  <a:srgbClr val="F3F3F3"/>
                </a:solidFill>
              </a:rPr>
              <a:t>Is</a:t>
            </a:r>
            <a:r>
              <a:rPr lang="pt-BR" sz="1600" b="1" dirty="0">
                <a:solidFill>
                  <a:srgbClr val="F3F3F3"/>
                </a:solidFill>
              </a:rPr>
              <a:t> 63,16b-17.19b;64,2b-7)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213" name="Google Shape;213;p35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Sentados</a:t>
            </a: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37191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5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tua herança, volta atrás.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Ah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! se rompesses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os céus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 descesses! As montanhas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se desmanchariam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diante de ti.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Desceste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, pois,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 as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montanhas se derreteram diante de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ti. Nunca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se ouviu dizer nem chegou aos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ouvidos de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ninguém, jamais olhos viram que um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Deus, exceto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tu, tenha feito tanto pelos que nele </a:t>
            </a:r>
            <a:endParaRPr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211;p35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212;p35"/>
          <p:cNvSpPr txBox="1"/>
          <p:nvPr/>
        </p:nvSpPr>
        <p:spPr>
          <a:xfrm>
            <a:off x="252000" y="87750"/>
            <a:ext cx="63705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Primeira Leitura </a:t>
            </a:r>
            <a:r>
              <a:rPr lang="pt-BR" sz="1600" b="1" dirty="0">
                <a:solidFill>
                  <a:srgbClr val="F3F3F3"/>
                </a:solidFill>
              </a:rPr>
              <a:t>(</a:t>
            </a:r>
            <a:r>
              <a:rPr lang="pt-BR" sz="1600" b="1" dirty="0" err="1">
                <a:solidFill>
                  <a:srgbClr val="F3F3F3"/>
                </a:solidFill>
              </a:rPr>
              <a:t>Is</a:t>
            </a:r>
            <a:r>
              <a:rPr lang="pt-BR" sz="1600" b="1" dirty="0">
                <a:solidFill>
                  <a:srgbClr val="F3F3F3"/>
                </a:solidFill>
              </a:rPr>
              <a:t> 63,16b-17.19b;64,2b-7)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8" name="Google Shape;213;p35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Sentados</a:t>
            </a: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35133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5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esperam.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Vens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ao encontro de quem pratica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 justiça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com alegria, de quem se lembra de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ti em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teus caminhos. Tu te irritaste, porque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nós pecamos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; é nos caminhos de outrora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que seremos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salvos.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Todos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nós nos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tornamos imundície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, e todas as nossas boas obras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são como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um pano sujo; murchamos todos como </a:t>
            </a:r>
            <a:endParaRPr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211;p35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212;p35"/>
          <p:cNvSpPr txBox="1"/>
          <p:nvPr/>
        </p:nvSpPr>
        <p:spPr>
          <a:xfrm>
            <a:off x="252000" y="87750"/>
            <a:ext cx="63705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Primeira Leitura </a:t>
            </a:r>
            <a:r>
              <a:rPr lang="pt-BR" sz="1600" b="1" dirty="0">
                <a:solidFill>
                  <a:srgbClr val="F3F3F3"/>
                </a:solidFill>
              </a:rPr>
              <a:t>(</a:t>
            </a:r>
            <a:r>
              <a:rPr lang="pt-BR" sz="1600" b="1" dirty="0" err="1">
                <a:solidFill>
                  <a:srgbClr val="F3F3F3"/>
                </a:solidFill>
              </a:rPr>
              <a:t>Is</a:t>
            </a:r>
            <a:r>
              <a:rPr lang="pt-BR" sz="1600" b="1" dirty="0">
                <a:solidFill>
                  <a:srgbClr val="F3F3F3"/>
                </a:solidFill>
              </a:rPr>
              <a:t> 63,16b-17.19b;64,2b-7)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8" name="Google Shape;213;p35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Sentados</a:t>
            </a: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53088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5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folhas, e nossas maldades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empurram-nos como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o vento. 6Não há quem invoque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teu nome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, quem se levante para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encontrar-se contigo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; escondeste de nós tua face e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nos entregaste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à mercê da nossa maldade.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Assim mesmo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, Senhor, tu és nosso pai, nós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somos</a:t>
            </a:r>
            <a:endParaRPr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211;p35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212;p35"/>
          <p:cNvSpPr txBox="1"/>
          <p:nvPr/>
        </p:nvSpPr>
        <p:spPr>
          <a:xfrm>
            <a:off x="252000" y="87750"/>
            <a:ext cx="63705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Primeira Leitura </a:t>
            </a:r>
            <a:r>
              <a:rPr lang="pt-BR" sz="1600" b="1" dirty="0">
                <a:solidFill>
                  <a:srgbClr val="F3F3F3"/>
                </a:solidFill>
              </a:rPr>
              <a:t>(</a:t>
            </a:r>
            <a:r>
              <a:rPr lang="pt-BR" sz="1600" b="1" dirty="0" err="1">
                <a:solidFill>
                  <a:srgbClr val="F3F3F3"/>
                </a:solidFill>
              </a:rPr>
              <a:t>Is</a:t>
            </a:r>
            <a:r>
              <a:rPr lang="pt-BR" sz="1600" b="1" dirty="0">
                <a:solidFill>
                  <a:srgbClr val="F3F3F3"/>
                </a:solidFill>
              </a:rPr>
              <a:t> 63,16b-17.19b;64,2b-7)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8" name="Google Shape;213;p35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Sentados</a:t>
            </a: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70842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5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barro; tu, nosso oleiro, e nós todos, obra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de tuas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mãos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pt-BR" sz="3500" dirty="0" smtClean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Palavra do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Senhor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pt-BR"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</a:t>
            </a:r>
            <a:r>
              <a:rPr lang="pt-BR" sz="35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Graças a Deus.</a:t>
            </a:r>
            <a:endParaRPr lang="pt-BR"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211;p35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212;p35"/>
          <p:cNvSpPr txBox="1"/>
          <p:nvPr/>
        </p:nvSpPr>
        <p:spPr>
          <a:xfrm>
            <a:off x="252000" y="87750"/>
            <a:ext cx="63705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Primeira Leitura </a:t>
            </a:r>
            <a:r>
              <a:rPr lang="pt-BR" sz="1600" b="1" dirty="0">
                <a:solidFill>
                  <a:srgbClr val="F3F3F3"/>
                </a:solidFill>
              </a:rPr>
              <a:t>(</a:t>
            </a:r>
            <a:r>
              <a:rPr lang="pt-BR" sz="1600" b="1" dirty="0" err="1">
                <a:solidFill>
                  <a:srgbClr val="F3F3F3"/>
                </a:solidFill>
              </a:rPr>
              <a:t>Is</a:t>
            </a:r>
            <a:r>
              <a:rPr lang="pt-BR" sz="1600" b="1" dirty="0">
                <a:solidFill>
                  <a:srgbClr val="F3F3F3"/>
                </a:solidFill>
              </a:rPr>
              <a:t> 63,16b-17.19b;64,2b-7)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8" name="Google Shape;213;p35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Sentados</a:t>
            </a: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86378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5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Salmo Responsorial </a:t>
            </a:r>
            <a:r>
              <a:rPr lang="pt-BR" sz="35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[79(80)]</a:t>
            </a:r>
            <a:endParaRPr lang="pt-BR" sz="3500" b="1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>
              <a:lnSpc>
                <a:spcPct val="100000"/>
              </a:lnSpc>
              <a:spcBef>
                <a:spcPts val="1600"/>
              </a:spcBef>
              <a:buNone/>
            </a:pPr>
            <a:endParaRPr lang="pt-BR" sz="3500" dirty="0" smtClean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b="1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REFRÃO:</a:t>
            </a:r>
            <a:r>
              <a:rPr lang="pt-BR" sz="3500" b="1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Iluminai a vossa face sobre nós</a:t>
            </a:r>
            <a:r>
              <a:rPr lang="pt-BR" sz="3500" b="1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endParaRPr lang="pt-BR" sz="3500" b="1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b="1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convertei-nos, para que sejamos salvos!</a:t>
            </a:r>
            <a:endParaRPr lang="pt-BR" sz="3500" b="1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35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35"/>
          <p:cNvSpPr txBox="1"/>
          <p:nvPr/>
        </p:nvSpPr>
        <p:spPr>
          <a:xfrm>
            <a:off x="252000" y="87750"/>
            <a:ext cx="63705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Salmo Responsorial </a:t>
            </a:r>
            <a:r>
              <a:rPr lang="pt-BR" sz="1600" b="1" dirty="0">
                <a:solidFill>
                  <a:srgbClr val="F3F3F3"/>
                </a:solidFill>
              </a:rPr>
              <a:t>[79(80)]</a:t>
            </a:r>
            <a:endParaRPr lang="pt-BR" sz="1600" b="1" dirty="0">
              <a:solidFill>
                <a:srgbClr val="F3F3F3"/>
              </a:solidFill>
            </a:endParaRPr>
          </a:p>
        </p:txBody>
      </p:sp>
      <p:sp>
        <p:nvSpPr>
          <p:cNvPr id="213" name="Google Shape;213;p35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Sentados</a:t>
            </a: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587680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9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spcAft>
                <a:spcPts val="1600"/>
              </a:spcAft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1.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Ó Pastor de Israel, prestai ouvidos. Vós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que sobre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os querubins vos assentais, *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aparecei cheio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de glória e esplendor! Despertai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vosso poder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, ó nosso Deus * e vinde logo nos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trazer a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salvação!</a:t>
            </a:r>
            <a:endParaRPr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211;p35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212;p35"/>
          <p:cNvSpPr txBox="1"/>
          <p:nvPr/>
        </p:nvSpPr>
        <p:spPr>
          <a:xfrm>
            <a:off x="252000" y="87750"/>
            <a:ext cx="63705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Salmo Responsorial </a:t>
            </a:r>
            <a:r>
              <a:rPr lang="pt-BR" sz="1600" b="1" dirty="0">
                <a:solidFill>
                  <a:srgbClr val="F3F3F3"/>
                </a:solidFill>
              </a:rPr>
              <a:t>[79(80)]</a:t>
            </a:r>
            <a:endParaRPr lang="pt-BR" sz="1600" b="1" dirty="0">
              <a:solidFill>
                <a:srgbClr val="F3F3F3"/>
              </a:solidFill>
            </a:endParaRPr>
          </a:p>
        </p:txBody>
      </p:sp>
      <p:sp>
        <p:nvSpPr>
          <p:cNvPr id="8" name="Google Shape;213;p35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Sentados</a:t>
            </a:r>
            <a:endParaRPr sz="1600" b="1">
              <a:solidFill>
                <a:srgbClr val="F3F3F3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8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b="1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REFRÃO:</a:t>
            </a:r>
            <a:r>
              <a:rPr lang="pt-BR" sz="3500" b="1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Iluminai a vossa face sobre nós,</a:t>
            </a:r>
            <a:endParaRPr lang="pt-BR" sz="3500" b="1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b="1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convertei-nos, para que sejamos salvos!</a:t>
            </a:r>
            <a:endParaRPr sz="3500" b="1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211;p35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212;p35"/>
          <p:cNvSpPr txBox="1"/>
          <p:nvPr/>
        </p:nvSpPr>
        <p:spPr>
          <a:xfrm>
            <a:off x="252000" y="87750"/>
            <a:ext cx="63705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Salmo Responsorial </a:t>
            </a:r>
            <a:r>
              <a:rPr lang="pt-BR" sz="1600" b="1" dirty="0">
                <a:solidFill>
                  <a:srgbClr val="F3F3F3"/>
                </a:solidFill>
              </a:rPr>
              <a:t>[79(80)]</a:t>
            </a:r>
            <a:endParaRPr lang="pt-BR" sz="1600" b="1" dirty="0">
              <a:solidFill>
                <a:srgbClr val="F3F3F3"/>
              </a:solidFill>
            </a:endParaRPr>
          </a:p>
        </p:txBody>
      </p:sp>
      <p:sp>
        <p:nvSpPr>
          <p:cNvPr id="8" name="Google Shape;213;p35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Sentados</a:t>
            </a: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072476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9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spcAft>
                <a:spcPts val="1600"/>
              </a:spcAft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2.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Voltai-vos para nós, Deus do universo!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Olhai dos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altos céus e observai. * Visitai a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vossa vinha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 protegei-a! Foi a vossa mão direita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que a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plantou; * protegei-a, e ao rebento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que firmastes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endParaRPr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211;p35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212;p35"/>
          <p:cNvSpPr txBox="1"/>
          <p:nvPr/>
        </p:nvSpPr>
        <p:spPr>
          <a:xfrm>
            <a:off x="252000" y="87750"/>
            <a:ext cx="63705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Salmo Responsorial </a:t>
            </a:r>
            <a:r>
              <a:rPr lang="pt-BR" sz="1600" b="1" dirty="0">
                <a:solidFill>
                  <a:srgbClr val="F3F3F3"/>
                </a:solidFill>
              </a:rPr>
              <a:t>[79(80)]</a:t>
            </a:r>
            <a:endParaRPr lang="pt-BR" sz="1600" b="1" dirty="0">
              <a:solidFill>
                <a:srgbClr val="F3F3F3"/>
              </a:solidFill>
            </a:endParaRPr>
          </a:p>
        </p:txBody>
      </p:sp>
      <p:sp>
        <p:nvSpPr>
          <p:cNvPr id="8" name="Google Shape;213;p35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Sentados</a:t>
            </a: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621256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8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b="1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REFRÃO:</a:t>
            </a:r>
            <a:r>
              <a:rPr lang="pt-BR" sz="3500" b="1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Iluminai a vossa face sobre nós,</a:t>
            </a:r>
            <a:endParaRPr lang="pt-BR" sz="3500" b="1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b="1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convertei-nos, para que sejamos salvos!</a:t>
            </a:r>
            <a:endParaRPr sz="3500" b="1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211;p35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212;p35"/>
          <p:cNvSpPr txBox="1"/>
          <p:nvPr/>
        </p:nvSpPr>
        <p:spPr>
          <a:xfrm>
            <a:off x="252000" y="87750"/>
            <a:ext cx="63705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Salmo Responsorial </a:t>
            </a:r>
            <a:r>
              <a:rPr lang="pt-BR" sz="1600" b="1" dirty="0">
                <a:solidFill>
                  <a:srgbClr val="F3F3F3"/>
                </a:solidFill>
              </a:rPr>
              <a:t>[79(80)]</a:t>
            </a:r>
            <a:endParaRPr lang="pt-BR" sz="1600" b="1" dirty="0">
              <a:solidFill>
                <a:srgbClr val="F3F3F3"/>
              </a:solidFill>
            </a:endParaRPr>
          </a:p>
        </p:txBody>
      </p:sp>
      <p:sp>
        <p:nvSpPr>
          <p:cNvPr id="8" name="Google Shape;213;p35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Sentados</a:t>
            </a: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244811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9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spcAft>
                <a:spcPts val="1600"/>
              </a:spcAft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3.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Pousai a mão por sobre o vosso protegido,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* o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filho do homem que escolhestes para vós!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 nunca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mais vos deixaremos, Senhor Deus!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* Dai-nos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vida, e louvaremos vosso nome!</a:t>
            </a:r>
            <a:endParaRPr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211;p35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212;p35"/>
          <p:cNvSpPr txBox="1"/>
          <p:nvPr/>
        </p:nvSpPr>
        <p:spPr>
          <a:xfrm>
            <a:off x="252000" y="87750"/>
            <a:ext cx="63705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Salmo Responsorial </a:t>
            </a:r>
            <a:r>
              <a:rPr lang="pt-BR" sz="1600" b="1" dirty="0">
                <a:solidFill>
                  <a:srgbClr val="F3F3F3"/>
                </a:solidFill>
              </a:rPr>
              <a:t>[79(80)]</a:t>
            </a:r>
            <a:endParaRPr lang="pt-BR" sz="1600" b="1" dirty="0">
              <a:solidFill>
                <a:srgbClr val="F3F3F3"/>
              </a:solidFill>
            </a:endParaRPr>
          </a:p>
        </p:txBody>
      </p:sp>
      <p:sp>
        <p:nvSpPr>
          <p:cNvPr id="8" name="Google Shape;213;p35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Sentados</a:t>
            </a: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498500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8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b="1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REFRÃO:</a:t>
            </a:r>
            <a:r>
              <a:rPr lang="pt-BR" sz="3500" b="1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Iluminai a vossa face sobre nós,</a:t>
            </a:r>
            <a:endParaRPr lang="pt-BR" sz="3500" b="1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b="1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convertei-nos, para que sejamos salvos!</a:t>
            </a:r>
            <a:endParaRPr sz="3500" b="1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211;p35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212;p35"/>
          <p:cNvSpPr txBox="1"/>
          <p:nvPr/>
        </p:nvSpPr>
        <p:spPr>
          <a:xfrm>
            <a:off x="252000" y="87750"/>
            <a:ext cx="63705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Salmo Responsorial </a:t>
            </a:r>
            <a:r>
              <a:rPr lang="pt-BR" sz="1600" b="1" dirty="0">
                <a:solidFill>
                  <a:srgbClr val="F3F3F3"/>
                </a:solidFill>
              </a:rPr>
              <a:t>[79(80)]</a:t>
            </a:r>
            <a:endParaRPr lang="pt-BR" sz="1600" b="1" dirty="0">
              <a:solidFill>
                <a:srgbClr val="F3F3F3"/>
              </a:solidFill>
            </a:endParaRPr>
          </a:p>
        </p:txBody>
      </p:sp>
      <p:sp>
        <p:nvSpPr>
          <p:cNvPr id="8" name="Google Shape;213;p35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Sentados</a:t>
            </a: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325650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5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00000"/>
              </a:lnSpc>
              <a:buClr>
                <a:schemeClr val="dk1"/>
              </a:buClr>
              <a:buSzPts val="1100"/>
              <a:buNone/>
            </a:pPr>
            <a:r>
              <a:rPr lang="pt-BR" sz="3500" b="1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Segunda </a:t>
            </a:r>
            <a:r>
              <a:rPr lang="pt-BR" sz="35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Leitura </a:t>
            </a:r>
            <a:r>
              <a:rPr lang="pt-BR" sz="35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(1Cor 1,3-9)</a:t>
            </a:r>
            <a:endParaRPr lang="pt-BR" sz="3500" b="1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Clr>
                <a:schemeClr val="dk1"/>
              </a:buClr>
              <a:buSzPts val="1100"/>
              <a:buNone/>
            </a:pPr>
            <a:r>
              <a:rPr lang="pt-BR" sz="3500" b="1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Leitura da Primeira Carta de São Paulo aos Coríntios</a:t>
            </a:r>
            <a:endParaRPr sz="3500" b="1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buNone/>
            </a:pP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Irmãos: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Para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vós, graça e paz, da parte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de Deus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, nosso Pai, e do Senhor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Jesus Cristo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Dou graças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 Deus sempre a vosso respeito,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por causa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da graça que Deus vos concedeu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em</a:t>
            </a:r>
            <a:endParaRPr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45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p45"/>
          <p:cNvSpPr txBox="1"/>
          <p:nvPr/>
        </p:nvSpPr>
        <p:spPr>
          <a:xfrm>
            <a:off x="252000" y="87750"/>
            <a:ext cx="63705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Segunda Leitura </a:t>
            </a:r>
            <a:r>
              <a:rPr lang="pt-BR" sz="1600" b="1" dirty="0">
                <a:solidFill>
                  <a:srgbClr val="F3F3F3"/>
                </a:solidFill>
              </a:rPr>
              <a:t>(1Cor 1,3-9)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293" name="Google Shape;293;p45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Sentados</a:t>
            </a:r>
            <a:endParaRPr sz="1600" b="1">
              <a:solidFill>
                <a:srgbClr val="F3F3F3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5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Cristo Jesus: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Nele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fostes enriquecidos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em tudo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, em toda palavra e em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todo conhecimento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à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medida que o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testemunho sobre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Cristo se confirmou entre vós.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Assim, não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tendes falta de nenhum dom, vós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que aguardais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 revelação do Senhor nosso,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Jesus Cristo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É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ele também que vos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dará</a:t>
            </a:r>
            <a:endParaRPr lang="pt-BR"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291;p45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292;p45"/>
          <p:cNvSpPr txBox="1"/>
          <p:nvPr/>
        </p:nvSpPr>
        <p:spPr>
          <a:xfrm>
            <a:off x="252000" y="87750"/>
            <a:ext cx="63705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Segunda Leitura </a:t>
            </a:r>
            <a:r>
              <a:rPr lang="pt-BR" sz="1600" b="1" dirty="0">
                <a:solidFill>
                  <a:srgbClr val="F3F3F3"/>
                </a:solidFill>
              </a:rPr>
              <a:t>(1Cor 1,3-9)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8" name="Google Shape;293;p45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Sentados</a:t>
            </a: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172165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5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perseverança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em vosso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procedimento irrepreensível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, até ao fim, até ao dia de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nosso Senhor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, Jesus Cristo.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Deus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é fiel; por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ele fostes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chamados à comunhão com seu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Filho, Jesus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Cristo, Senhor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nosso.</a:t>
            </a:r>
          </a:p>
          <a:p>
            <a:pPr marL="0" indent="0">
              <a:lnSpc>
                <a:spcPct val="100000"/>
              </a:lnSpc>
              <a:buClr>
                <a:schemeClr val="dk1"/>
              </a:buClr>
              <a:buSzPts val="1100"/>
              <a:buNone/>
            </a:pP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Palavra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do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Senhor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</a:p>
          <a:p>
            <a:pPr marL="0" indent="0">
              <a:lnSpc>
                <a:spcPct val="100000"/>
              </a:lnSpc>
              <a:spcBef>
                <a:spcPts val="1600"/>
              </a:spcBef>
              <a:buClr>
                <a:schemeClr val="dk1"/>
              </a:buClr>
              <a:buSzPts val="1100"/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</a:t>
            </a:r>
            <a:r>
              <a:rPr lang="pt-BR" sz="35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Graças a Deus.</a:t>
            </a:r>
            <a:endParaRPr lang="pt-BR"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291;p45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292;p45"/>
          <p:cNvSpPr txBox="1"/>
          <p:nvPr/>
        </p:nvSpPr>
        <p:spPr>
          <a:xfrm>
            <a:off x="252000" y="87750"/>
            <a:ext cx="63705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Segunda Leitura </a:t>
            </a:r>
            <a:r>
              <a:rPr lang="pt-BR" sz="1600" b="1" dirty="0">
                <a:solidFill>
                  <a:srgbClr val="F3F3F3"/>
                </a:solidFill>
              </a:rPr>
              <a:t>(1Cor 1,3-9)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8" name="Google Shape;293;p45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Sentados</a:t>
            </a: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23579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62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BR" sz="35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Evangelho </a:t>
            </a:r>
            <a:r>
              <a:rPr lang="pt-BR" sz="35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(Mc 13,33-37)</a:t>
            </a:r>
            <a:endParaRPr lang="pt-BR" sz="3500" b="1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O Senhor esteja convosco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pt-BR"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Ele está no meio de </a:t>
            </a:r>
            <a:r>
              <a:rPr lang="pt-BR" sz="3500" b="1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nós.</a:t>
            </a:r>
            <a:endParaRPr lang="pt-BR" sz="3500" b="1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600" b="1" spc="-1" dirty="0" smtClean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mbria"/>
              </a:rPr>
              <a:t>†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 Proclamação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do Evangelho de Jesus Cristo segundo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Marcos.</a:t>
            </a:r>
            <a:endParaRPr lang="pt-BR"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Glória a vós, Senhor.</a:t>
            </a:r>
            <a:endParaRPr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62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p62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Evangelho </a:t>
            </a:r>
            <a:r>
              <a:rPr lang="pt-BR" sz="1600" b="1" dirty="0">
                <a:solidFill>
                  <a:srgbClr val="F3F3F3"/>
                </a:solidFill>
              </a:rPr>
              <a:t>(Mc 13,33-37)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425" name="Google Shape;425;p62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62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P.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NAQUELE TEMPO, disse Jesus aos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seus discípulos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“Cuidado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! Ficai atentos,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porque não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sabeis quando chegará o momento.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É como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um homem que, ao partir para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o estrangeiro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, deixou sua casa sob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 responsabilidade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de seus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empregados, distribuindo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 cada um sua tarefa.</a:t>
            </a:r>
            <a:endParaRPr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423;p62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424;p62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Evangelho </a:t>
            </a:r>
            <a:r>
              <a:rPr lang="pt-BR" sz="1600" b="1" dirty="0">
                <a:solidFill>
                  <a:srgbClr val="F3F3F3"/>
                </a:solidFill>
              </a:rPr>
              <a:t>(Mc 13,33-37)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8" name="Google Shape;425;p62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405933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62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 mandou o porteiro ficar vigiando.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Vigiai, portanto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, porque não sabeis quando o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dono da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casa vem: à tarde, à meia-noite,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de madrugada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ou ao amanhecer.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Para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que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não suceda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que, vindo de repente, ele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vos encontre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dormindo.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O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que vos digo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endParaRPr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423;p62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424;p62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Evangelho </a:t>
            </a:r>
            <a:r>
              <a:rPr lang="pt-BR" sz="1600" b="1" dirty="0">
                <a:solidFill>
                  <a:srgbClr val="F3F3F3"/>
                </a:solidFill>
              </a:rPr>
              <a:t>(Mc 13,33-37)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8" name="Google Shape;425;p62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895308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62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digo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 todos: Vigiai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!”</a:t>
            </a:r>
          </a:p>
          <a:p>
            <a:pPr marL="0" lv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Palavra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da Salvação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pt-BR"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Glória a vós, Senhor.</a:t>
            </a:r>
            <a:endParaRPr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423;p62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424;p62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Evangelho </a:t>
            </a:r>
            <a:r>
              <a:rPr lang="pt-BR" sz="1600" b="1" dirty="0">
                <a:solidFill>
                  <a:srgbClr val="F3F3F3"/>
                </a:solidFill>
              </a:rPr>
              <a:t>(Mc 13,33-37)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8" name="Google Shape;425;p62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754984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68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b="1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Profissão de Fé</a:t>
            </a: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Creio em Deus Pai todo-poderoso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endParaRPr lang="pt-BR"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criador do céu e da terra. / E em Jesus Cristo, seu único Filho, nosso Senhor, / que foi concebido pelo poder do Espírito Santo; / nasceu da Virgem Maria; / padeceu sob </a:t>
            </a:r>
            <a:r>
              <a:rPr lang="pt-BR" sz="3500" b="1" dirty="0" err="1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Pôncio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Pilatos, / foi crucificado, morto 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sz="3500" b="1" dirty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68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p68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Liturgia da Palavra - Profissão de Fé</a:t>
            </a:r>
            <a:endParaRPr sz="1600" b="1">
              <a:solidFill>
                <a:srgbClr val="F3F3F3"/>
              </a:solidFill>
            </a:endParaRPr>
          </a:p>
        </p:txBody>
      </p:sp>
      <p:sp>
        <p:nvSpPr>
          <p:cNvPr id="469" name="Google Shape;469;p68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69"/>
          <p:cNvSpPr txBox="1">
            <a:spLocks noGrp="1"/>
          </p:cNvSpPr>
          <p:nvPr>
            <p:ph type="body" idx="1"/>
          </p:nvPr>
        </p:nvSpPr>
        <p:spPr>
          <a:xfrm>
            <a:off x="252000" y="566270"/>
            <a:ext cx="8892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00000"/>
              </a:lnSpc>
              <a:spcAft>
                <a:spcPts val="1600"/>
              </a:spcAft>
              <a:buNone/>
            </a:pP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sepultado. / Desceu à mansão dos mortos; 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/ ressuscitou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ao terceiro dia; / subiu aos céus; / está sentado à direita de Deus Pai todo- poderoso, / donde há de vir a julgar os vivos e os mortos. / Creio no Espírito Santo; / na Santa Igreja Católica; / na comunhão dos santos; / na remissão dos pecados; / na ressurreição da carne; / na vida eterna. / Amém.</a:t>
            </a:r>
            <a:endParaRPr sz="3500" b="1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69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6" name="Google Shape;476;p69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Liturgia da Palavra - Profissão de Fé</a:t>
            </a:r>
            <a:endParaRPr sz="1600" b="1">
              <a:solidFill>
                <a:srgbClr val="F3F3F3"/>
              </a:solidFill>
            </a:endParaRPr>
          </a:p>
        </p:txBody>
      </p:sp>
      <p:sp>
        <p:nvSpPr>
          <p:cNvPr id="477" name="Google Shape;477;p69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70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4" name="Google Shape;484;p70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Preces da Comunidade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485" name="Google Shape;485;p70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  <p:sp>
        <p:nvSpPr>
          <p:cNvPr id="8" name="Google Shape;466;p68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Preces da Comunidade</a:t>
            </a:r>
            <a:endParaRPr lang="pt-BR" sz="3500" b="1" dirty="0" smtClean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Irmãos e irmãs, na expectativa da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segunda vinda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de Cristo, vigilantes,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apresentemos nossas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preces ao Senhor,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dizendo:</a:t>
            </a:r>
            <a:endParaRPr lang="pt-BR"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Vinde, Senhor ao nosso encontro!</a:t>
            </a:r>
            <a:endParaRPr sz="3500" b="1" dirty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5274990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71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1.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Para que a Igreja seja uma luz de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esperança diante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dos espaços de escuridão que há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no mundo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, rezemos:</a:t>
            </a:r>
            <a:endParaRPr lang="pt-BR"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Vinde, Senhor ao nosso encontro!</a:t>
            </a:r>
            <a:endParaRPr sz="3500" dirty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71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2" name="Google Shape;492;p71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Liturgia da Palavra - Preces da Comunidade</a:t>
            </a:r>
            <a:endParaRPr sz="1600" b="1">
              <a:solidFill>
                <a:srgbClr val="F3F3F3"/>
              </a:solidFill>
            </a:endParaRPr>
          </a:p>
        </p:txBody>
      </p:sp>
      <p:sp>
        <p:nvSpPr>
          <p:cNvPr id="493" name="Google Shape;493;p71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71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Para que o Papa, os Bispos e todo o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Clero, quais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porteiros vigilantes, sejam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conduzidos pelo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Espírito Santo na missão de guardar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o rebanho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contra toda a incerteza e toda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a treva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, rezemos:</a:t>
            </a:r>
            <a:endParaRPr lang="pt-BR"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Vinde, Senhor ao nosso encontro!</a:t>
            </a:r>
            <a:endParaRPr sz="3500" dirty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71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2" name="Google Shape;492;p71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Liturgia da Palavra - Preces da Comunidade</a:t>
            </a:r>
            <a:endParaRPr sz="1600" b="1">
              <a:solidFill>
                <a:srgbClr val="F3F3F3"/>
              </a:solidFill>
            </a:endParaRPr>
          </a:p>
        </p:txBody>
      </p:sp>
      <p:sp>
        <p:nvSpPr>
          <p:cNvPr id="493" name="Google Shape;493;p71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411894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71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Para que todos nós tenhamos um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coração moldado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como o barro na mão do oleiro,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para acolher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o Senhor que vem, rezemos:</a:t>
            </a:r>
            <a:endParaRPr lang="pt-BR"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Vinde, Senhor ao nosso encontro!</a:t>
            </a:r>
            <a:endParaRPr sz="3500" dirty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71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2" name="Google Shape;492;p71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Liturgia da Palavra - Preces da Comunidade</a:t>
            </a:r>
            <a:endParaRPr sz="1600" b="1">
              <a:solidFill>
                <a:srgbClr val="F3F3F3"/>
              </a:solidFill>
            </a:endParaRPr>
          </a:p>
        </p:txBody>
      </p:sp>
      <p:sp>
        <p:nvSpPr>
          <p:cNvPr id="493" name="Google Shape;493;p71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49860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71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Para que o Ano da Solidariedade em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nossa Arquidiocese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estimule nossas comunidades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à comunhão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e à partilha, rezemos:</a:t>
            </a:r>
            <a:endParaRPr lang="pt-BR"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Vinde, Senhor ao nosso encontro!</a:t>
            </a:r>
            <a:endParaRPr sz="3500" dirty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71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2" name="Google Shape;492;p71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Liturgia da Palavra - Preces da Comunidade</a:t>
            </a:r>
            <a:endParaRPr sz="1600" b="1">
              <a:solidFill>
                <a:srgbClr val="F3F3F3"/>
              </a:solidFill>
            </a:endParaRPr>
          </a:p>
        </p:txBody>
      </p:sp>
      <p:sp>
        <p:nvSpPr>
          <p:cNvPr id="493" name="Google Shape;493;p71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604300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71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Para que a Novena de Natal seja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um momento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de preparação para o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acolhimento do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Salvador quem vem habitar em nossa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vida e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em nossas famílias, rezemos:</a:t>
            </a:r>
            <a:endParaRPr lang="pt-BR"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Vinde, Senhor ao nosso encontro!</a:t>
            </a:r>
            <a:endParaRPr sz="3500" dirty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71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2" name="Google Shape;492;p71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Liturgia da Palavra - Preces da Comunidade</a:t>
            </a:r>
            <a:endParaRPr sz="1600" b="1">
              <a:solidFill>
                <a:srgbClr val="F3F3F3"/>
              </a:solidFill>
            </a:endParaRPr>
          </a:p>
        </p:txBody>
      </p:sp>
      <p:sp>
        <p:nvSpPr>
          <p:cNvPr id="493" name="Google Shape;493;p71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455604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71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Outras preces...</a:t>
            </a:r>
            <a:endParaRPr lang="pt-BR"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Vinde, Senhor ao nosso encontro!</a:t>
            </a:r>
            <a:endParaRPr sz="3500" dirty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71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2" name="Google Shape;492;p71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Liturgia da Palavra - Preces da Comunidade</a:t>
            </a:r>
            <a:endParaRPr sz="1600" b="1">
              <a:solidFill>
                <a:srgbClr val="F3F3F3"/>
              </a:solidFill>
            </a:endParaRPr>
          </a:p>
        </p:txBody>
      </p:sp>
      <p:sp>
        <p:nvSpPr>
          <p:cNvPr id="493" name="Google Shape;493;p71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596003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71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P.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Ouvi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, ó Pai, os nossos pedidos e dai-nos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a graça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de nos prepararmos para o Advento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de vosso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Filho, que é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Deus convosco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, na unidade do Espírito Santo.</a:t>
            </a:r>
            <a:endParaRPr lang="pt-BR"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 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Amém.</a:t>
            </a:r>
            <a:endParaRPr sz="3500" dirty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71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2" name="Google Shape;492;p71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Liturgia da Palavra - Preces da Comunidade</a:t>
            </a:r>
            <a:endParaRPr sz="1600" b="1">
              <a:solidFill>
                <a:srgbClr val="F3F3F3"/>
              </a:solidFill>
            </a:endParaRPr>
          </a:p>
        </p:txBody>
      </p:sp>
      <p:sp>
        <p:nvSpPr>
          <p:cNvPr id="493" name="Google Shape;493;p71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708888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78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P.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Orai, irmãos e irmãs, para que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o sacrifício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da Igreja, nesta pausa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restauradora na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caminhada rumo ao céu,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seja aceito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por Deus Pai todo-poderoso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3500" dirty="0" smtClean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Clr>
                <a:schemeClr val="dk1"/>
              </a:buClr>
              <a:buSzPts val="1100"/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Receba o Senhor por tuas mãos 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este sacrifício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, para glória do seu 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nome, para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nosso bem e de toda a santa Igreja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3500" b="1" dirty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78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4" name="Google Shape;544;p78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 smtClean="0">
                <a:solidFill>
                  <a:srgbClr val="F3F3F3"/>
                </a:solidFill>
              </a:rPr>
              <a:t>Liturgia Eucarística </a:t>
            </a:r>
            <a:r>
              <a:rPr lang="pt-BR" sz="1600" b="1" dirty="0">
                <a:solidFill>
                  <a:srgbClr val="F3F3F3"/>
                </a:solidFill>
              </a:rPr>
              <a:t>- Convite à Oração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545" name="Google Shape;545;p78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79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P.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Recebei, ó Deus, estas oferendas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que escolhemos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entre os dons que nos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destes, e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o alimento que hoje concedeis à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nossa devoção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torne-se prêmio da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redenção eterna.</a:t>
            </a:r>
          </a:p>
          <a:p>
            <a:pPr marL="0" lv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Por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Cristo, nosso Senhor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pt-BR" sz="3500" dirty="0" smtClean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Amém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3500" b="1" dirty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79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2" name="Google Shape;552;p79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 smtClean="0">
                <a:solidFill>
                  <a:srgbClr val="F3F3F3"/>
                </a:solidFill>
              </a:rPr>
              <a:t>Liturgia Eucarística </a:t>
            </a:r>
            <a:r>
              <a:rPr lang="pt-BR" sz="1600" b="1" dirty="0">
                <a:solidFill>
                  <a:srgbClr val="F3F3F3"/>
                </a:solidFill>
              </a:rPr>
              <a:t>- Oração Sobre as Oferendas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553" name="Google Shape;553;p79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80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Oração Eucarística III</a:t>
            </a:r>
            <a:endParaRPr lang="pt-BR" sz="3500" b="1" dirty="0" smtClean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Prefácio do Advento, I</a:t>
            </a:r>
            <a:endParaRPr lang="pt-BR" sz="3500" dirty="0" smtClean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As duas vindas de Cristo</a:t>
            </a:r>
            <a:endParaRPr lang="pt-BR" sz="3500" dirty="0" smtClean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24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O Senhor esteja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convosco.</a:t>
            </a: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Ele está no meio de 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nós.</a:t>
            </a:r>
          </a:p>
        </p:txBody>
      </p:sp>
      <p:sp>
        <p:nvSpPr>
          <p:cNvPr id="559" name="Google Shape;559;p80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80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 smtClean="0">
                <a:solidFill>
                  <a:srgbClr val="F3F3F3"/>
                </a:solidFill>
              </a:rPr>
              <a:t>Liturgia Eucarística - Oração Eucarística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561" name="Google Shape;561;p80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80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P.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Corações ao alto.</a:t>
            </a: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O nosso coração está em Deus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pt-BR" sz="3500" dirty="0" smtClean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24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emos graças ao Senhor, nosso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Deus.</a:t>
            </a: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É nosso dever e nossa salvação.</a:t>
            </a:r>
            <a:endParaRPr sz="3500" b="1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80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80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Eucarística - Oração Eucarística</a:t>
            </a:r>
          </a:p>
        </p:txBody>
      </p:sp>
      <p:sp>
        <p:nvSpPr>
          <p:cNvPr id="561" name="Google Shape;561;p80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047167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80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Na verdade, é justo e necessário,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é nosso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dever e salvação dar-vos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graças, sempre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 em todo o lugar, Senhor,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Pai Santo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, Deus eterno e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todo-poderoso, por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Cristo, Senhor nosso. Revestido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 nossa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fragilidade, ele veio a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primeira vez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para realizar seu eterno plano de amor e abrir-nos o caminho da salvação.</a:t>
            </a:r>
            <a:endParaRPr lang="pt-BR" sz="35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80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80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Eucarística - Oração Eucarística</a:t>
            </a:r>
          </a:p>
        </p:txBody>
      </p:sp>
      <p:sp>
        <p:nvSpPr>
          <p:cNvPr id="561" name="Google Shape;561;p80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543369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80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Revestido de sua glória, ele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virá uma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segunda vez para conceder-nos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em plenitude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os bens prometidos que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hoje, vigilantes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, esperamos. Por essa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razão, agora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 sempre, nós nos unimos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aos anjos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 aos santos, cantando (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dizendo) a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uma só voz:</a:t>
            </a:r>
            <a:endParaRPr lang="pt-BR" sz="35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80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80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Eucarística - Oração Eucarística</a:t>
            </a:r>
          </a:p>
        </p:txBody>
      </p:sp>
      <p:sp>
        <p:nvSpPr>
          <p:cNvPr id="561" name="Google Shape;561;p80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158524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724110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80"/>
          <p:cNvSpPr txBox="1">
            <a:spLocks noGrp="1"/>
          </p:cNvSpPr>
          <p:nvPr>
            <p:ph type="body" idx="1"/>
          </p:nvPr>
        </p:nvSpPr>
        <p:spPr>
          <a:xfrm>
            <a:off x="251999" y="771750"/>
            <a:ext cx="8717339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Santo, Santo, 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Santo,</a:t>
            </a:r>
          </a:p>
          <a:p>
            <a:pPr marL="0" lvl="0" indent="0">
              <a:lnSpc>
                <a:spcPct val="100000"/>
              </a:lnSpc>
              <a:buNone/>
            </a:pP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Senhor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Deus do universo!</a:t>
            </a:r>
          </a:p>
          <a:p>
            <a:pPr marL="0" lvl="0" indent="0">
              <a:lnSpc>
                <a:spcPct val="100000"/>
              </a:lnSpc>
              <a:buNone/>
            </a:pP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O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céu e a terra proclamam a 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vossa glória.</a:t>
            </a:r>
          </a:p>
          <a:p>
            <a:pPr marL="0" lvl="0" indent="0">
              <a:lnSpc>
                <a:spcPct val="100000"/>
              </a:lnSpc>
              <a:buNone/>
            </a:pP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Hosana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nas 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alturas!</a:t>
            </a:r>
          </a:p>
          <a:p>
            <a:pPr marL="0" lvl="0" indent="0">
              <a:lnSpc>
                <a:spcPct val="100000"/>
              </a:lnSpc>
              <a:buNone/>
            </a:pP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Bendito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o 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que vem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em nome 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do Senhor!</a:t>
            </a:r>
          </a:p>
          <a:p>
            <a:pPr marL="0" lvl="0" indent="0">
              <a:lnSpc>
                <a:spcPct val="100000"/>
              </a:lnSpc>
              <a:buNone/>
            </a:pP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Hosana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nas alturas!</a:t>
            </a:r>
            <a:endParaRPr lang="pt-BR" sz="3500" b="1" dirty="0" smtClean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80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80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Eucarística - Oração Eucarística</a:t>
            </a:r>
          </a:p>
        </p:txBody>
      </p:sp>
      <p:sp>
        <p:nvSpPr>
          <p:cNvPr id="561" name="Google Shape;561;p80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328013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80"/>
          <p:cNvSpPr txBox="1">
            <a:spLocks noGrp="1"/>
          </p:cNvSpPr>
          <p:nvPr>
            <p:ph type="body" idx="1"/>
          </p:nvPr>
        </p:nvSpPr>
        <p:spPr>
          <a:xfrm>
            <a:off x="251999" y="771750"/>
            <a:ext cx="8640001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P.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Na verdade, vós sois santo, ó Deus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 universo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, e tudo o que criastes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proclama o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vosso louvor, porque, por Jesus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Cristo, vosso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Filho e Senhor nosso, e pela força do Espírito Santo, dais vida e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santidade a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todas as coisas e não cessais de reunir o vosso povo, para que vos ofereça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em toda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parte, do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nascer</a:t>
            </a:r>
            <a:endParaRPr lang="pt-BR" sz="3500" b="1" dirty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80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80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Eucarística - Oração Eucarística</a:t>
            </a:r>
          </a:p>
        </p:txBody>
      </p:sp>
      <p:sp>
        <p:nvSpPr>
          <p:cNvPr id="561" name="Google Shape;561;p80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677927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80"/>
          <p:cNvSpPr txBox="1">
            <a:spLocks noGrp="1"/>
          </p:cNvSpPr>
          <p:nvPr>
            <p:ph type="body" idx="1"/>
          </p:nvPr>
        </p:nvSpPr>
        <p:spPr>
          <a:xfrm>
            <a:off x="251999" y="771750"/>
            <a:ext cx="8640001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ao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pôr do sol, um sacrifício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perfeito.</a:t>
            </a:r>
            <a:endParaRPr lang="pt-BR" sz="3500" dirty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Santificai e reuni o vosso povo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endParaRPr lang="pt-BR" sz="3500" b="1" dirty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2400"/>
              </a:spcBef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P.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Por isso, nós vos suplicamos: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santificai pelo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Espírito Santo as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oferendas que vos apresentamos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para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serem consagradas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, a fim de que se tornem o Corpo e </a:t>
            </a:r>
            <a:r>
              <a:rPr lang="pt-BR" sz="3200" b="1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mbria"/>
              </a:rPr>
              <a:t>†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 Sangue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</a:t>
            </a:r>
            <a:endParaRPr lang="pt-BR" sz="3500" b="1" dirty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80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80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Eucarística - Oração Eucarística</a:t>
            </a:r>
          </a:p>
        </p:txBody>
      </p:sp>
      <p:sp>
        <p:nvSpPr>
          <p:cNvPr id="561" name="Google Shape;561;p80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917135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80"/>
          <p:cNvSpPr txBox="1">
            <a:spLocks noGrp="1"/>
          </p:cNvSpPr>
          <p:nvPr>
            <p:ph type="body" idx="1"/>
          </p:nvPr>
        </p:nvSpPr>
        <p:spPr>
          <a:xfrm>
            <a:off x="251999" y="771750"/>
            <a:ext cx="8640001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Jesus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Cristo, vosso Filho e Senhor nosso, que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nos mandou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celebrar este mistério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pt-BR" sz="3500" dirty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Santificai nossa oferenda, 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ó Senhor!</a:t>
            </a:r>
            <a:endParaRPr lang="pt-BR" sz="3500" b="1" dirty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2400"/>
              </a:spcBef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P.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Na noite em que ia ser entregue,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ele tomou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 pão, deu graças e o partiu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 deu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seus discípulos, dizendo:</a:t>
            </a:r>
            <a:endParaRPr lang="pt-BR" sz="3500" b="1" dirty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80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80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Eucarística - Oração Eucarística</a:t>
            </a:r>
          </a:p>
        </p:txBody>
      </p:sp>
      <p:sp>
        <p:nvSpPr>
          <p:cNvPr id="561" name="Google Shape;561;p80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586985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613400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80"/>
          <p:cNvSpPr txBox="1">
            <a:spLocks noGrp="1"/>
          </p:cNvSpPr>
          <p:nvPr>
            <p:ph type="body" idx="1"/>
          </p:nvPr>
        </p:nvSpPr>
        <p:spPr>
          <a:xfrm>
            <a:off x="251999" y="771750"/>
            <a:ext cx="8640001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P.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Eis o mistério da fé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endParaRPr lang="pt-BR" sz="3500" dirty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Todas as vezes que comemos 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deste pão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e bebemos deste cálice, 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anunciamos, Senhor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, a vossa morte, 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enquanto esperamos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a vossa vinda!</a:t>
            </a:r>
            <a:endParaRPr lang="pt-BR" sz="35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80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60" name="Google Shape;560;p80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Eucarística - Oração Eucarística</a:t>
            </a:r>
          </a:p>
        </p:txBody>
      </p:sp>
      <p:sp>
        <p:nvSpPr>
          <p:cNvPr id="561" name="Google Shape;561;p80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De pé</a:t>
            </a:r>
            <a:endParaRPr sz="1600" b="1" dirty="0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 dirty="0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594758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80"/>
          <p:cNvSpPr txBox="1">
            <a:spLocks noGrp="1"/>
          </p:cNvSpPr>
          <p:nvPr>
            <p:ph type="body" idx="1"/>
          </p:nvPr>
        </p:nvSpPr>
        <p:spPr>
          <a:xfrm>
            <a:off x="251999" y="771750"/>
            <a:ext cx="8640001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P.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Celebrando agora, ó Pai, a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memória do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vosso Filho, da sua paixão que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nos salva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, da sua gloriosa ressurreição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 da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sua ascensão ao céu, e enquanto esperamos a sua nova vinda, nós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vos oferecemos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em ação de graças este</a:t>
            </a:r>
          </a:p>
          <a:p>
            <a:pPr marL="0" lvl="0" indent="0">
              <a:lnSpc>
                <a:spcPct val="100000"/>
              </a:lnSpc>
              <a:buNone/>
            </a:pP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sacrifício de vida e santidade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pt-BR" sz="3500" dirty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Recebei, ó Senhor, a nossa oferta!</a:t>
            </a:r>
            <a:endParaRPr lang="pt-BR" sz="35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80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60" name="Google Shape;560;p80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Eucarística - Oração Eucarística</a:t>
            </a:r>
          </a:p>
        </p:txBody>
      </p:sp>
      <p:sp>
        <p:nvSpPr>
          <p:cNvPr id="561" name="Google Shape;561;p80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De pé</a:t>
            </a:r>
            <a:endParaRPr sz="1600" b="1" dirty="0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 dirty="0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905644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80"/>
          <p:cNvSpPr txBox="1">
            <a:spLocks noGrp="1"/>
          </p:cNvSpPr>
          <p:nvPr>
            <p:ph type="body" idx="1"/>
          </p:nvPr>
        </p:nvSpPr>
        <p:spPr>
          <a:xfrm>
            <a:off x="251998" y="771750"/>
            <a:ext cx="8892001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P.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Olhai com bondade a oferenda da vossa Igreja, reconhecei o sacrifício que nos reconcilia convosco e concedei que,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alimentando-nos com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 Corpo e o Sangue do vosso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Filho, sejamos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repletos do Espírito Santo e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nos tornemos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em Cristo um só corpo e um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só espírito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Fazei de nós um só corpo e um só espírito!</a:t>
            </a:r>
            <a:endParaRPr lang="pt-BR" sz="35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80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60" name="Google Shape;560;p80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Eucarística - Oração Eucarística</a:t>
            </a:r>
          </a:p>
        </p:txBody>
      </p:sp>
      <p:sp>
        <p:nvSpPr>
          <p:cNvPr id="561" name="Google Shape;561;p80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De pé</a:t>
            </a:r>
            <a:endParaRPr sz="1600" b="1" dirty="0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 dirty="0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584282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80"/>
          <p:cNvSpPr txBox="1">
            <a:spLocks noGrp="1"/>
          </p:cNvSpPr>
          <p:nvPr>
            <p:ph type="body" idx="1"/>
          </p:nvPr>
        </p:nvSpPr>
        <p:spPr>
          <a:xfrm>
            <a:off x="251999" y="771750"/>
            <a:ext cx="8784997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P.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Que ele faça de nós uma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oferenda perfeita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para alcançarmos a vida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eterna com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os vossos santos: a Virgem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Maria, Mãe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 Deus, São José, seu esposo,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os vossos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Apóstolos e Mártires,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(N...) e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todos os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santos, que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não cessam de interceder por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nós na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vossa presença.</a:t>
            </a:r>
            <a:endParaRPr lang="pt-BR" sz="35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Fazei de nós uma perfeita oferenda!</a:t>
            </a:r>
            <a:endParaRPr lang="pt-BR" sz="35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80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60" name="Google Shape;560;p80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Eucarística - Oração Eucarística</a:t>
            </a:r>
          </a:p>
        </p:txBody>
      </p:sp>
      <p:sp>
        <p:nvSpPr>
          <p:cNvPr id="561" name="Google Shape;561;p80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De pé</a:t>
            </a:r>
            <a:endParaRPr sz="1600" b="1" dirty="0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 dirty="0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873098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80"/>
          <p:cNvSpPr txBox="1">
            <a:spLocks noGrp="1"/>
          </p:cNvSpPr>
          <p:nvPr>
            <p:ph type="body" idx="1"/>
          </p:nvPr>
        </p:nvSpPr>
        <p:spPr>
          <a:xfrm>
            <a:off x="251999" y="771750"/>
            <a:ext cx="8784997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P.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 agora, nós vos suplicamos, ó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Pai, que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este sacrifício da nossa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reconciliação estenda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paz e a salvação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ao mundo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inteiro. Confirmai na fé e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na caridade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vossa Igreja, enquanto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caminha neste mundo: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 vosso servo o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Papa Francisco, o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nosso Bispo </a:t>
            </a:r>
            <a:r>
              <a:rPr lang="pt-BR" sz="3500" dirty="0" err="1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Orani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 os bispos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 mundo</a:t>
            </a:r>
            <a:endParaRPr lang="pt-BR" sz="35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80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60" name="Google Shape;560;p80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Eucarística - Oração Eucarística</a:t>
            </a:r>
          </a:p>
        </p:txBody>
      </p:sp>
      <p:sp>
        <p:nvSpPr>
          <p:cNvPr id="561" name="Google Shape;561;p80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De pé</a:t>
            </a:r>
            <a:endParaRPr sz="1600" b="1" dirty="0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 dirty="0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57015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80"/>
          <p:cNvSpPr txBox="1">
            <a:spLocks noGrp="1"/>
          </p:cNvSpPr>
          <p:nvPr>
            <p:ph type="body" idx="1"/>
          </p:nvPr>
        </p:nvSpPr>
        <p:spPr>
          <a:xfrm>
            <a:off x="251999" y="771750"/>
            <a:ext cx="8784997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inteiro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, o clero e todo o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povo que conquistastes.</a:t>
            </a:r>
            <a:endParaRPr lang="pt-BR" sz="35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Lembrai-vos, ó Pai, da vossa 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Igreja!</a:t>
            </a:r>
            <a:endParaRPr lang="pt-BR" sz="3500" b="1" dirty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2400"/>
              </a:spcBef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P.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Atendei às preces da vossa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família, que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está aqui, na vossa presença. Reuni em vós, Pai de misericórdia, todos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os vossos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filhos e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filhas</a:t>
            </a:r>
            <a:endParaRPr lang="pt-BR" sz="35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80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60" name="Google Shape;560;p80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Eucarística - Oração Eucarística</a:t>
            </a:r>
          </a:p>
        </p:txBody>
      </p:sp>
      <p:sp>
        <p:nvSpPr>
          <p:cNvPr id="561" name="Google Shape;561;p80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De pé</a:t>
            </a:r>
            <a:endParaRPr sz="1600" b="1" dirty="0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 dirty="0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499141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80"/>
          <p:cNvSpPr txBox="1">
            <a:spLocks noGrp="1"/>
          </p:cNvSpPr>
          <p:nvPr>
            <p:ph type="body" idx="1"/>
          </p:nvPr>
        </p:nvSpPr>
        <p:spPr>
          <a:xfrm>
            <a:off x="251999" y="771750"/>
            <a:ext cx="8784997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dispersos pelo mundo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inteiro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pt-BR" sz="35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Lembrai-vos, ó Pai, dos 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vossos filhos!</a:t>
            </a:r>
            <a:endParaRPr lang="pt-BR" sz="3500" b="1" dirty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2400"/>
              </a:spcBef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P.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Acolhei com bondade no vosso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reino os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nossos irmãos e irmãs que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partiram desta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vida e todos os que morreram na vossa amizade.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Unidos a eles, esperamos também nós</a:t>
            </a:r>
            <a:endParaRPr lang="pt-BR" sz="35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80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60" name="Google Shape;560;p80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Eucarística - Oração Eucarística</a:t>
            </a:r>
          </a:p>
        </p:txBody>
      </p:sp>
      <p:sp>
        <p:nvSpPr>
          <p:cNvPr id="561" name="Google Shape;561;p80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De pé</a:t>
            </a:r>
            <a:endParaRPr sz="1600" b="1" dirty="0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 dirty="0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4128620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80"/>
          <p:cNvSpPr txBox="1">
            <a:spLocks noGrp="1"/>
          </p:cNvSpPr>
          <p:nvPr>
            <p:ph type="body" idx="1"/>
          </p:nvPr>
        </p:nvSpPr>
        <p:spPr>
          <a:xfrm>
            <a:off x="251999" y="771750"/>
            <a:ext cx="8784997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saciar-nos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eternamente da vossa glória,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por Cristo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, Senhor nosso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pt-BR" sz="35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A todos saciai com vossa glória!</a:t>
            </a:r>
            <a:endParaRPr lang="pt-BR" sz="35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80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60" name="Google Shape;560;p80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Eucarística - Oração Eucarística</a:t>
            </a:r>
          </a:p>
        </p:txBody>
      </p:sp>
      <p:sp>
        <p:nvSpPr>
          <p:cNvPr id="561" name="Google Shape;561;p80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De pé</a:t>
            </a:r>
            <a:endParaRPr sz="1600" b="1" dirty="0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 dirty="0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3329769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80"/>
          <p:cNvSpPr txBox="1">
            <a:spLocks noGrp="1"/>
          </p:cNvSpPr>
          <p:nvPr>
            <p:ph type="body" idx="1"/>
          </p:nvPr>
        </p:nvSpPr>
        <p:spPr>
          <a:xfrm>
            <a:off x="251999" y="771750"/>
            <a:ext cx="8784997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P.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Por ele dais ao mundo todo bem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 toda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graça. Por Cristo, com Cristo,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em Cristo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, a vós, Deus Pai todo-poderoso,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na unidade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 Espírito Santo, toda a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honra e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toda a glória, agora e para sempre.</a:t>
            </a: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Amém.</a:t>
            </a:r>
            <a:endParaRPr lang="pt-BR" sz="35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80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60" name="Google Shape;560;p80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Eucarística - Oração Eucarística</a:t>
            </a:r>
          </a:p>
        </p:txBody>
      </p:sp>
      <p:sp>
        <p:nvSpPr>
          <p:cNvPr id="561" name="Google Shape;561;p80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De pé</a:t>
            </a:r>
            <a:endParaRPr sz="1600" b="1" dirty="0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 dirty="0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2778191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80"/>
          <p:cNvSpPr txBox="1">
            <a:spLocks noGrp="1"/>
          </p:cNvSpPr>
          <p:nvPr>
            <p:ph type="body" idx="1"/>
          </p:nvPr>
        </p:nvSpPr>
        <p:spPr>
          <a:xfrm>
            <a:off x="251999" y="771750"/>
            <a:ext cx="8892001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b="1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Rito da Comunhão</a:t>
            </a: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P.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Guiados pelo Espírito de Jesus e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iluminados pela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sabedoria do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Evangelho, ousamos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dizer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lang="pt-BR" sz="3500" dirty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Pai nosso que estais nos Céus, santificado seja o Vosso Nome, 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venha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a nós o 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Vosso reino,</a:t>
            </a:r>
            <a:endParaRPr lang="pt-BR" sz="35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80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80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Eucarística - Rito da Comunhão</a:t>
            </a:r>
          </a:p>
        </p:txBody>
      </p:sp>
      <p:sp>
        <p:nvSpPr>
          <p:cNvPr id="561" name="Google Shape;561;p80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912536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80"/>
          <p:cNvSpPr txBox="1">
            <a:spLocks noGrp="1"/>
          </p:cNvSpPr>
          <p:nvPr>
            <p:ph type="body" idx="1"/>
          </p:nvPr>
        </p:nvSpPr>
        <p:spPr>
          <a:xfrm>
            <a:off x="251999" y="771750"/>
            <a:ext cx="8640001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seja feita a Vossa vontade, assim na terra como no Céu. O pão nosso de cada 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dia nos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dai hoje; perdoai-nos as nossas 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ofensas, assim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como nós perdoamos a quem nos 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tem ofendido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, e não nos deixeis cair em 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tentação, mas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livrai-nos do mal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</a:p>
          <a:p>
            <a:pPr marL="0" indent="0" algn="r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(*Após </a:t>
            </a: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o Pai Nosso não se diz </a:t>
            </a: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Amém.)</a:t>
            </a:r>
            <a:endParaRPr lang="pt-BR" sz="35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80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80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Eucarística - Rito da Comunhão</a:t>
            </a:r>
          </a:p>
        </p:txBody>
      </p:sp>
      <p:sp>
        <p:nvSpPr>
          <p:cNvPr id="561" name="Google Shape;561;p80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4860971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80"/>
          <p:cNvSpPr txBox="1">
            <a:spLocks noGrp="1"/>
          </p:cNvSpPr>
          <p:nvPr>
            <p:ph type="body" idx="1"/>
          </p:nvPr>
        </p:nvSpPr>
        <p:spPr>
          <a:xfrm>
            <a:off x="251999" y="432707"/>
            <a:ext cx="8640001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P.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Livrai-nos de todos os males, ó Pai, e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dai-nos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hoje a vossa paz. Ajudados pela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vossa misericórdia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, sejamos sempre livres do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pecado e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protegidos de todos os perigos,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enquanto, vivendo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esperança,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aguardamos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vinda de Cristo salvador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pt-BR" sz="3500" dirty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Vosso é o Reino, o poder e a glória para sempre!</a:t>
            </a:r>
            <a:endParaRPr lang="pt-BR" sz="35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80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80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Eucarística - Rito da Comunhão</a:t>
            </a:r>
          </a:p>
        </p:txBody>
      </p:sp>
      <p:sp>
        <p:nvSpPr>
          <p:cNvPr id="561" name="Google Shape;561;p80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5235797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80"/>
          <p:cNvSpPr txBox="1">
            <a:spLocks noGrp="1"/>
          </p:cNvSpPr>
          <p:nvPr>
            <p:ph type="body" idx="1"/>
          </p:nvPr>
        </p:nvSpPr>
        <p:spPr>
          <a:xfrm>
            <a:off x="251999" y="771750"/>
            <a:ext cx="8640001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P.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Senhor Jesus Cristo, dissestes aos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vossos apóstolos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: eu vos deixo a paz, eu vos dou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minha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paz. Não olheis os nossos pecados,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mas a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fé que anima vossa Igreja; dai-lhe, segundo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 vosso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desejo,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a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paz e a unidade. Vós, que sois Deus, com o Pai e o Espírito Santo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pt-BR" sz="3500" dirty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Amém.</a:t>
            </a:r>
            <a:endParaRPr lang="pt-BR" sz="35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80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80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Eucarística - Rito da Comunhão</a:t>
            </a:r>
          </a:p>
        </p:txBody>
      </p:sp>
      <p:sp>
        <p:nvSpPr>
          <p:cNvPr id="561" name="Google Shape;561;p80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5697790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80"/>
          <p:cNvSpPr txBox="1">
            <a:spLocks noGrp="1"/>
          </p:cNvSpPr>
          <p:nvPr>
            <p:ph type="body" idx="1"/>
          </p:nvPr>
        </p:nvSpPr>
        <p:spPr>
          <a:xfrm>
            <a:off x="251999" y="771750"/>
            <a:ext cx="8640001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P.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paz do Senhor esteja sempre convosco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pt-BR" sz="3500" dirty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O amor de Cristo nos uniu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pt-BR" sz="35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80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80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Eucarística - Rito da Comunhão</a:t>
            </a:r>
          </a:p>
        </p:txBody>
      </p:sp>
      <p:sp>
        <p:nvSpPr>
          <p:cNvPr id="561" name="Google Shape;561;p80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6069227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80"/>
          <p:cNvSpPr txBox="1">
            <a:spLocks noGrp="1"/>
          </p:cNvSpPr>
          <p:nvPr>
            <p:ph type="body" idx="1"/>
          </p:nvPr>
        </p:nvSpPr>
        <p:spPr>
          <a:xfrm>
            <a:off x="251999" y="771750"/>
            <a:ext cx="8640001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Cordeiro de Deus, que tirais o pecado do mundo, tende piedade de 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nós.</a:t>
            </a:r>
          </a:p>
          <a:p>
            <a:pPr marL="0" lvl="0" indent="0">
              <a:lnSpc>
                <a:spcPct val="100000"/>
              </a:lnSpc>
              <a:buNone/>
            </a:pP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Cordeiro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de Deus, que tirais o pecado do mundo, tende piedade de 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nós.</a:t>
            </a:r>
          </a:p>
          <a:p>
            <a:pPr marL="0" lvl="0" indent="0">
              <a:lnSpc>
                <a:spcPct val="100000"/>
              </a:lnSpc>
              <a:buNone/>
            </a:pP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Cordeiro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de Deus que tirais o pecado do mundo, dai-nos a paz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pt-BR" sz="35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80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80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Eucarística - Rito da Comunhão</a:t>
            </a:r>
          </a:p>
        </p:txBody>
      </p:sp>
      <p:sp>
        <p:nvSpPr>
          <p:cNvPr id="561" name="Google Shape;561;p80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9758516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80"/>
          <p:cNvSpPr txBox="1">
            <a:spLocks noGrp="1"/>
          </p:cNvSpPr>
          <p:nvPr>
            <p:ph type="body" idx="1"/>
          </p:nvPr>
        </p:nvSpPr>
        <p:spPr>
          <a:xfrm>
            <a:off x="251999" y="771750"/>
            <a:ext cx="8640001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P.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Felizes os convidados para a ceia do Senhor. Eis o Cordeiro de Deus, que tira o pecado do mundo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pt-BR" sz="3500" dirty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Senhor, eu não sou digno de que entreis em minha morada, mas dizei uma palavra e serei salvo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pt-BR" sz="35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80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80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Eucarística - Rito da Comunhão</a:t>
            </a:r>
          </a:p>
        </p:txBody>
      </p:sp>
      <p:sp>
        <p:nvSpPr>
          <p:cNvPr id="561" name="Google Shape;561;p80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0259191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2244092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03445146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80"/>
          <p:cNvSpPr txBox="1">
            <a:spLocks noGrp="1"/>
          </p:cNvSpPr>
          <p:nvPr>
            <p:ph type="body" idx="1"/>
          </p:nvPr>
        </p:nvSpPr>
        <p:spPr>
          <a:xfrm>
            <a:off x="251999" y="771750"/>
            <a:ext cx="8640001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>
              <a:lnSpc>
                <a:spcPct val="100000"/>
              </a:lnSpc>
              <a:buNone/>
            </a:pPr>
            <a:endParaRPr lang="pt-BR" sz="3500" dirty="0" smtClean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>
              <a:lnSpc>
                <a:spcPct val="100000"/>
              </a:lnSpc>
              <a:buNone/>
            </a:pPr>
            <a:endParaRPr lang="pt-BR" sz="3500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>
              <a:lnSpc>
                <a:spcPct val="100000"/>
              </a:lnSpc>
              <a:buNone/>
            </a:pPr>
            <a:endParaRPr lang="pt-BR" sz="3500" dirty="0" smtClean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>
              <a:lnSpc>
                <a:spcPct val="100000"/>
              </a:lnSpc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COMUNHÃO</a:t>
            </a:r>
          </a:p>
          <a:p>
            <a:pPr marL="0" lvl="0" indent="0" algn="ctr">
              <a:lnSpc>
                <a:spcPct val="100000"/>
              </a:lnSpc>
              <a:buNone/>
            </a:pPr>
            <a:endParaRPr lang="pt-BR" sz="3500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indent="0" algn="r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(Aguardem os padres e ministros</a:t>
            </a:r>
            <a:b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nos seus lugares.)</a:t>
            </a:r>
            <a:endParaRPr lang="pt-BR" sz="35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80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60" name="Google Shape;560;p80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</a:t>
            </a:r>
            <a:r>
              <a:rPr lang="pt-BR" sz="1600" b="1" dirty="0" smtClean="0">
                <a:solidFill>
                  <a:srgbClr val="F3F3F3"/>
                </a:solidFill>
              </a:rPr>
              <a:t>Eucarística</a:t>
            </a:r>
            <a:endParaRPr lang="pt-BR" sz="1600" b="1" dirty="0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7659616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80"/>
          <p:cNvSpPr txBox="1">
            <a:spLocks noGrp="1"/>
          </p:cNvSpPr>
          <p:nvPr>
            <p:ph type="body" idx="1"/>
          </p:nvPr>
        </p:nvSpPr>
        <p:spPr>
          <a:xfrm>
            <a:off x="251999" y="771750"/>
            <a:ext cx="8640001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Antífona da Comunhão </a:t>
            </a:r>
            <a:r>
              <a:rPr lang="pt-BR" sz="35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pt-BR" sz="3500" b="1" dirty="0" err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Sl</a:t>
            </a:r>
            <a:r>
              <a:rPr lang="pt-BR" sz="35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84,13)</a:t>
            </a:r>
            <a:endParaRPr lang="pt-BR" sz="3500" b="1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O Senhor dará a sua bênção, e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nossa terra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, o seu fruto.</a:t>
            </a:r>
            <a:endParaRPr lang="pt-BR"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80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60" name="Google Shape;560;p80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Eucarística - Antífona da Comunhão</a:t>
            </a:r>
          </a:p>
        </p:txBody>
      </p:sp>
      <p:sp>
        <p:nvSpPr>
          <p:cNvPr id="561" name="Google Shape;561;p80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 smtClean="0">
                <a:solidFill>
                  <a:srgbClr val="F3F3F3"/>
                </a:solidFill>
              </a:rPr>
              <a:t>Sentados</a:t>
            </a:r>
            <a:endParaRPr sz="1600" b="1" dirty="0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 dirty="0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7130487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80"/>
          <p:cNvSpPr txBox="1">
            <a:spLocks noGrp="1"/>
          </p:cNvSpPr>
          <p:nvPr>
            <p:ph type="body" idx="1"/>
          </p:nvPr>
        </p:nvSpPr>
        <p:spPr>
          <a:xfrm>
            <a:off x="251999" y="771750"/>
            <a:ext cx="8640001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>
              <a:lnSpc>
                <a:spcPct val="100000"/>
              </a:lnSpc>
              <a:buNone/>
            </a:pPr>
            <a:endParaRPr lang="pt-BR" sz="3500" dirty="0" smtClean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>
              <a:lnSpc>
                <a:spcPct val="100000"/>
              </a:lnSpc>
              <a:buNone/>
            </a:pPr>
            <a:endParaRPr lang="pt-BR" sz="3500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>
              <a:lnSpc>
                <a:spcPct val="100000"/>
              </a:lnSpc>
              <a:buNone/>
            </a:pPr>
            <a:endParaRPr lang="pt-BR" sz="3500" dirty="0" smtClean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>
              <a:lnSpc>
                <a:spcPct val="100000"/>
              </a:lnSpc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AÇÃO DE GRAÇAS</a:t>
            </a:r>
            <a:endParaRPr lang="pt-BR" sz="35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80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60" name="Google Shape;560;p80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</a:t>
            </a:r>
            <a:r>
              <a:rPr lang="pt-BR" sz="1600" b="1" dirty="0" smtClean="0">
                <a:solidFill>
                  <a:srgbClr val="F3F3F3"/>
                </a:solidFill>
              </a:rPr>
              <a:t>Eucarística</a:t>
            </a:r>
            <a:endParaRPr lang="pt-BR" sz="1600" b="1" dirty="0">
              <a:solidFill>
                <a:srgbClr val="F3F3F3"/>
              </a:solidFill>
            </a:endParaRPr>
          </a:p>
        </p:txBody>
      </p:sp>
      <p:sp>
        <p:nvSpPr>
          <p:cNvPr id="561" name="Google Shape;561;p80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 smtClean="0">
                <a:solidFill>
                  <a:srgbClr val="F3F3F3"/>
                </a:solidFill>
              </a:rPr>
              <a:t>Sentados</a:t>
            </a:r>
            <a:endParaRPr sz="1600" b="1" dirty="0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 dirty="0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7631401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100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P.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OREMOS: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proveite-nos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, ó Deus,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participação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nos vossos mistérios.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Fazei que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eles nos ajudem a amar desde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agora o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que é do céu e, caminhando entre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as coisas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que passam, abraçar as que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não passam.</a:t>
            </a:r>
            <a:endParaRPr lang="pt-BR" sz="3500" dirty="0" smtClean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Por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Cristo, nosso Senhor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pt-BR" sz="35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Amém</a:t>
            </a:r>
            <a:r>
              <a:rPr lang="pt-BR" sz="3500" b="1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3500" b="1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100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20" name="Google Shape;720;p100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Liturgia </a:t>
            </a:r>
            <a:r>
              <a:rPr lang="pt-BR" sz="1600" b="1" dirty="0" smtClean="0">
                <a:solidFill>
                  <a:srgbClr val="F3F3F3"/>
                </a:solidFill>
              </a:rPr>
              <a:t>Eucarística </a:t>
            </a:r>
            <a:r>
              <a:rPr lang="pt-BR" sz="1600" b="1" dirty="0">
                <a:solidFill>
                  <a:srgbClr val="F3F3F3"/>
                </a:solidFill>
              </a:rPr>
              <a:t>- Depois da Comunhão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721" name="Google Shape;721;p100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De pé</a:t>
            </a:r>
            <a:endParaRPr sz="1600" b="1" dirty="0">
              <a:solidFill>
                <a:srgbClr val="F3F3F3"/>
              </a:solidFill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101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28" name="Google Shape;728;p101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Ritos Finais - Vivência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729" name="Google Shape;729;p101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 smtClean="0">
                <a:solidFill>
                  <a:srgbClr val="F3F3F3"/>
                </a:solidFill>
              </a:rPr>
              <a:t>Sentados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8" name="Google Shape;718;p100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spcAft>
                <a:spcPts val="1600"/>
              </a:spcAft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 cristão é vigilante quando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presta atenção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tudo o que acontece ao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seu redor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: quando, em primeiro lugar,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percebe os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sinais da aurora de um mundo novo; quando sabe ler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em todos os acontecimentos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 projeto de salvação de Deus. Nesta semana,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procuremos preparar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bem o nosso coração.</a:t>
            </a:r>
            <a:endParaRPr lang="pt-BR" sz="35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104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b="1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ORAÇÃO DO DIZIMISTA</a:t>
            </a: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Recebei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, Senhor, a minha oferta. Não é uma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esmola, porque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não sois mendigo! Não é um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auxílio, porque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não precisais dele! Também não é o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que me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sobra, que vos ofereço. Esta oferta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representa minha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gratidão! Pois o que tenho eu o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recebi de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vós. Amém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endParaRPr lang="pt-BR" sz="3500" dirty="0" smtClean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p104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52" name="Google Shape;752;p104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ORAÇÃO </a:t>
            </a:r>
            <a:r>
              <a:rPr lang="pt-BR" sz="1600" b="1" dirty="0" smtClean="0">
                <a:solidFill>
                  <a:srgbClr val="F3F3F3"/>
                </a:solidFill>
              </a:rPr>
              <a:t>DO DIZIMISTA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753" name="Google Shape;753;p104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De pé</a:t>
            </a:r>
            <a:endParaRPr sz="1600" b="1" dirty="0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7607265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104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b="1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Benção Final e Despedida</a:t>
            </a:r>
            <a:endParaRPr lang="pt-BR" sz="3500" b="1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O Senhor esteja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convosco.</a:t>
            </a: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pt-BR" sz="35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Ele está no meio de nós</a:t>
            </a:r>
            <a:r>
              <a:rPr lang="pt-BR" sz="3500" b="1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35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p104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52" name="Google Shape;752;p104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Ritos Finais - Bênção Final e Despedida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753" name="Google Shape;753;p104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De pé</a:t>
            </a:r>
            <a:endParaRPr sz="1600" b="1" dirty="0">
              <a:solidFill>
                <a:srgbClr val="F3F3F3"/>
              </a:solidFill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104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Que o Deus onipotente e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misericordioso vos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ilumine com o advento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 seu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Filho, em cuja vinda credes e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cuja volta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esperais, e derrame sobre vós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as suas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bênçãos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pt-BR" sz="3500" dirty="0" smtClean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pt-BR" sz="3500" b="1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Amém</a:t>
            </a:r>
            <a:r>
              <a:rPr lang="pt-BR" sz="35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pt-BR" sz="3500" b="1" dirty="0" smtClean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p104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52" name="Google Shape;752;p104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Ritos Finais - Bênção Final e Despedida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753" name="Google Shape;753;p104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De pé</a:t>
            </a:r>
            <a:endParaRPr sz="1600" b="1" dirty="0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575448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104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Que durante esta vida ele vos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torne firmes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na fé, alegres na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esperança, solícitos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na caridade.</a:t>
            </a:r>
            <a:endParaRPr lang="pt-BR" sz="3500" dirty="0" smtClean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pt-BR" sz="3500" b="1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Amém</a:t>
            </a:r>
            <a:r>
              <a:rPr lang="pt-BR" sz="35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pt-BR" sz="3500" b="1" dirty="0" smtClean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p104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52" name="Google Shape;752;p104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Ritos Finais - Bênção Final e Despedida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753" name="Google Shape;753;p104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De pé</a:t>
            </a:r>
            <a:endParaRPr sz="1600" b="1" dirty="0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4566629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104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Alegrando-vos agora pela vinda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 Salvador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feito homem, sejais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recompensados com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vida eterna,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quando vier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 novo em sua glória.</a:t>
            </a:r>
            <a:endParaRPr lang="pt-BR" sz="3500" dirty="0" smtClean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pt-BR" sz="3500" b="1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Amém</a:t>
            </a:r>
            <a:r>
              <a:rPr lang="pt-BR" sz="35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pt-BR" sz="3500" b="1" dirty="0" smtClean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p104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52" name="Google Shape;752;p104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Ritos Finais - Bênção Final e Despedida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753" name="Google Shape;753;p104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De pé</a:t>
            </a:r>
            <a:endParaRPr sz="1600" b="1" dirty="0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7436055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104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Abençoe-vos Deus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todo-poderoso, Pai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 Filho </a:t>
            </a:r>
            <a:r>
              <a:rPr lang="pt-BR" sz="3600" b="1" spc="-1" dirty="0" smtClean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mbria"/>
              </a:rPr>
              <a:t>†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 Espírito Santo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pt-BR" sz="35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Amém</a:t>
            </a:r>
            <a:r>
              <a:rPr lang="pt-BR" sz="3500" b="1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</a:p>
          <a:p>
            <a:pPr marL="0" lvl="0" indent="0">
              <a:lnSpc>
                <a:spcPct val="100000"/>
              </a:lnSpc>
              <a:spcBef>
                <a:spcPts val="24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Glorificai o Senhor com vossa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vida; ide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em paz e o Senhor vos acompanhe.</a:t>
            </a:r>
            <a:endParaRPr lang="pt-BR" sz="3500" dirty="0" smtClean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 </a:t>
            </a:r>
            <a:r>
              <a:rPr lang="pt-BR" sz="35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Graças a Deus.</a:t>
            </a:r>
          </a:p>
        </p:txBody>
      </p:sp>
      <p:sp>
        <p:nvSpPr>
          <p:cNvPr id="751" name="Google Shape;751;p104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52" name="Google Shape;752;p104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Ritos Finais - Bênção Final e Despedida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753" name="Google Shape;753;p104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De pé</a:t>
            </a:r>
            <a:endParaRPr sz="1600" b="1" dirty="0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5274781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1517</TotalTime>
  <Words>4005</Words>
  <Application>Microsoft Office PowerPoint</Application>
  <PresentationFormat>Apresentação na tela (16:9)</PresentationFormat>
  <Paragraphs>346</Paragraphs>
  <Slides>96</Slides>
  <Notes>96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96</vt:i4>
      </vt:variant>
    </vt:vector>
  </HeadingPairs>
  <TitlesOfParts>
    <vt:vector size="100" baseType="lpstr">
      <vt:lpstr>Arial</vt:lpstr>
      <vt:lpstr>Calibri</vt:lpstr>
      <vt:lpstr>Cambria</vt:lpstr>
      <vt:lpstr>Simple Light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Alessa</dc:creator>
  <cp:lastModifiedBy>Ale</cp:lastModifiedBy>
  <cp:revision>229</cp:revision>
  <dcterms:modified xsi:type="dcterms:W3CDTF">2020-11-29T07:40:18Z</dcterms:modified>
</cp:coreProperties>
</file>
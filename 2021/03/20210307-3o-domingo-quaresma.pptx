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605" r:id="rId15"/>
    <p:sldId id="638" r:id="rId16"/>
    <p:sldId id="556" r:id="rId17"/>
    <p:sldId id="626" r:id="rId18"/>
    <p:sldId id="639" r:id="rId19"/>
    <p:sldId id="477" r:id="rId20"/>
    <p:sldId id="278" r:id="rId21"/>
    <p:sldId id="358" r:id="rId22"/>
    <p:sldId id="537" r:id="rId23"/>
    <p:sldId id="607" r:id="rId24"/>
    <p:sldId id="608" r:id="rId25"/>
    <p:sldId id="640" r:id="rId26"/>
    <p:sldId id="609" r:id="rId27"/>
    <p:sldId id="411" r:id="rId28"/>
    <p:sldId id="282" r:id="rId29"/>
    <p:sldId id="471" r:id="rId30"/>
    <p:sldId id="599" r:id="rId31"/>
    <p:sldId id="641" r:id="rId32"/>
    <p:sldId id="628" r:id="rId33"/>
    <p:sldId id="642" r:id="rId34"/>
    <p:sldId id="643" r:id="rId35"/>
    <p:sldId id="644" r:id="rId36"/>
    <p:sldId id="288" r:id="rId37"/>
    <p:sldId id="645" r:id="rId38"/>
    <p:sldId id="304" r:id="rId39"/>
    <p:sldId id="305" r:id="rId40"/>
    <p:sldId id="369" r:id="rId41"/>
    <p:sldId id="611" r:id="rId42"/>
    <p:sldId id="612" r:id="rId43"/>
    <p:sldId id="646" r:id="rId44"/>
    <p:sldId id="582" r:id="rId45"/>
    <p:sldId id="310" r:id="rId46"/>
    <p:sldId id="311" r:id="rId47"/>
    <p:sldId id="312" r:id="rId48"/>
    <p:sldId id="547" r:id="rId49"/>
    <p:sldId id="314" r:id="rId50"/>
    <p:sldId id="630" r:id="rId51"/>
    <p:sldId id="647" r:id="rId52"/>
    <p:sldId id="648" r:id="rId53"/>
    <p:sldId id="649" r:id="rId54"/>
    <p:sldId id="375" r:id="rId55"/>
    <p:sldId id="377" r:id="rId56"/>
    <p:sldId id="320" r:id="rId57"/>
    <p:sldId id="321" r:id="rId58"/>
    <p:sldId id="322" r:id="rId59"/>
    <p:sldId id="323" r:id="rId60"/>
    <p:sldId id="378" r:id="rId61"/>
    <p:sldId id="379" r:id="rId62"/>
    <p:sldId id="587" r:id="rId63"/>
    <p:sldId id="484" r:id="rId64"/>
    <p:sldId id="381" r:id="rId65"/>
    <p:sldId id="588" r:id="rId66"/>
    <p:sldId id="618" r:id="rId67"/>
    <p:sldId id="391" r:id="rId68"/>
    <p:sldId id="392" r:id="rId69"/>
    <p:sldId id="393" r:id="rId70"/>
    <p:sldId id="591" r:id="rId71"/>
    <p:sldId id="525" r:id="rId72"/>
    <p:sldId id="592" r:id="rId73"/>
    <p:sldId id="619" r:id="rId74"/>
    <p:sldId id="621" r:id="rId75"/>
    <p:sldId id="400" r:id="rId76"/>
    <p:sldId id="401" r:id="rId77"/>
    <p:sldId id="402" r:id="rId78"/>
    <p:sldId id="403" r:id="rId79"/>
    <p:sldId id="404" r:id="rId80"/>
    <p:sldId id="405" r:id="rId81"/>
    <p:sldId id="406" r:id="rId82"/>
    <p:sldId id="487" r:id="rId83"/>
    <p:sldId id="488" r:id="rId84"/>
    <p:sldId id="408" r:id="rId85"/>
    <p:sldId id="407" r:id="rId86"/>
    <p:sldId id="409" r:id="rId87"/>
    <p:sldId id="343" r:id="rId88"/>
    <p:sldId id="344" r:id="rId89"/>
    <p:sldId id="352" r:id="rId90"/>
    <p:sldId id="347" r:id="rId91"/>
    <p:sldId id="490" r:id="rId92"/>
    <p:sldId id="597" r:id="rId93"/>
    <p:sldId id="598" r:id="rId94"/>
    <p:sldId id="560" r:id="rId95"/>
    <p:sldId id="353" r:id="rId96"/>
    <p:sldId id="634" r:id="rId97"/>
    <p:sldId id="635" r:id="rId98"/>
    <p:sldId id="636" r:id="rId99"/>
    <p:sldId id="637" r:id="rId10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940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684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069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034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130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397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78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660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4165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00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2683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6816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21951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1467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36499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4030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077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2963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1073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8154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9675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6797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30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96805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99053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17843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511019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447296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460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º 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Domingo da Quaresma</a:t>
            </a:r>
            <a:endParaRPr sz="3500" b="1" dirty="0">
              <a:solidFill>
                <a:srgbClr val="A365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tempo quaresmal que vivemos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conduz ao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centro do mistério da nossa Salvação: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Tríduo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Pascal da paixão, morte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ressurreição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Senhor. Este mistério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convida a tomarmos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consciência da obra redentora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Cristo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a vivermos com maior profundidade o próprio Batismo. Para tanto, a liturgia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hoje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convida a entender os sinais que Deus nos mostra, reafirmando todo o seu amor por nós.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graça e a paz de Deus, nosso Pai,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Cristo, nosso Senhor,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estejam convosco.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24,15-16)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Tenho os olhos sempre fitos no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porque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livra os meus pés 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armadilha. Olhai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mim, tende piedade, pois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vivo sozinho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infeliz.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Jesus, que nos convida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mesa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Palavra e da Eucaristia,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chama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conversão. Reconheçamos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 pecadores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invoquemos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confiança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misericórdia do Pai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na água e no Espírito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regenerastes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vossa imagem, tende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que enviais o vosso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criar em nós um coração novo,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tende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02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que nos tornastes participantes do vosso Corpo e do vosso Sangue, tende piedade de 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2916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pecados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Oração</a:t>
            </a: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OREMOS: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Deus, fonte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toda misericórdia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de toda bondade, vós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indicastes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jejum, a esmola e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oração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remédio contra o pecado. Acolhei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 confissão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nossa fraqueza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que, humilhados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pela consciência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nossas faltas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sejamos confortados pela vossa misericórdia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80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Oração</a:t>
            </a: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 Senhor Jesus Cristo, vosso Filho,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unidade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Santo.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2050216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Palavra orienta o modo 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devemos conduzir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nosso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viver.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20,1-17)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Êxodo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Naqueles dias,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pronunciou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todas estas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sou 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te tirou do Egito, da casa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escravidão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terás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outros deuses além de mim.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farás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 imagem esculpida, nem figura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alguma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que existe em cima, nos céus, ou embaixo, na terra,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existe nas águas, debaixo 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terra.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prostrarás diante desses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deuses, nem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lhes prestarás culto, pois eu sou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Deus, um Deus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ciumento. Castigo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culpa dos pais nos filhos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até à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terceira e quarta geração dos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odeiam,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uso da misericórdia por mil gerações com aqueles que me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amam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guardam os meus mandamentos.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pronunciarás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nome do Senhor teu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vão, porque o Senhor não deixará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sem castigo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pronunciar seu nome em vão.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Lembra-te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santificar o dia de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sábado.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Trabalharás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durante seis dias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farás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9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os teus trabalhos,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o sétimo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sábado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dedicado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teu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farás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trabalho algum,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nem tu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nem teu filho, nem tua filha, nem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escravo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nem tua escrava, nem teu gado, nem o estrangeiro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vive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tuas cidades.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fez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dias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céu, a terra e o mar, e tudo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86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16902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eles contêm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mas no sétimo dia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descansou. 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 o Senhor abençoou o dia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sábado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 santificou.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Honra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pai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tua mãe, para que vivas longos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anos na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terra que o Senhor teu Deus te dará.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matarás.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cometerás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adultério.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furtarás.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levantarás falso testemunho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contra o teu próximo.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360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cobiçarás a casa do teu próximo.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cobiçarás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mulher do teu próximo,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nem seu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escravo, nem sua escrava, nem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boi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nem seu jumento, nem coisa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alguma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lhe pertença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Ex</a:t>
            </a:r>
            <a:r>
              <a:rPr lang="pt-BR" sz="1600" b="1" dirty="0">
                <a:solidFill>
                  <a:srgbClr val="F3F3F3"/>
                </a:solidFill>
              </a:rPr>
              <a:t> 20,1-17)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66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165370" y="771750"/>
            <a:ext cx="881326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18(19b)]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tens palavras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vida eterna.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lei do Senhor Deus é perfeita,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conforto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a alma! O testemunho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fiel,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sabedoria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humildes.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tens palavras de vida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preceitos do Senhor são precisos,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alegria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coração. O mandamento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brilhante, * para os olhos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luz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22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tens palavras de vida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549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puro o temor do Senhor, * imutável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sempre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Os julgamentos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são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corretos * e justos igualmente.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152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tens palavras de vida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64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desejáveis do que o ouro são eles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que o ouro refinado.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palavras são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doces que o mel, * que o mel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sai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favos.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288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tens palavras de vida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18(19b)]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46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(1Cor 1,22-25)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Primeira Carta de São Paulo aos Coríntios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judeus pedem sinais milagrosos,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gregos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procuram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sabedoria; nós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porém, pregamos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 crucificado, escândalo para os judeus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insensatez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pagãos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(1Cor 1,22-25)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3635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para os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são chamados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tanto judeus como gregos, esse Cristo é poder de Deus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sabedoria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é dito insensatez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mais sábio do que os homens,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dito fraqueza de Deus é mais forte do que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homens.  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(1Cor 1,22-25)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204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Jo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2,13-25)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João.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 PRÓXIMA a Páscoa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judeus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Jesus subiu a Jerusalém.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Templo, encontrou os vendedores de bois, ovelhas e pombas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os cambistas que estavam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aí sentados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um chicote de cordas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expulsou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do Templo,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junto com as ovelhas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os bois; espalhou as moedas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derrubou as mesas dos cambistas.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 aos que vendiam pombas: “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Tirai isso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daqui! Não façais da casa de meu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Pai uma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comércio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discípulos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lembraram-se, mais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tarde, que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Escritura diz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“O zelo por tua casa me consumirá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Então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judeus perguntaram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Jesus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sinal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499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agir assim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 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respondeu: “Destruí este Templo, e em três dias eu o levantarei”.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judeus disseram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“Quarenta e seis anos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foram precisos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a construção deste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santuário e tu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levantarás em três dias?”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Jesus estava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falando do Templo do seu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corpo. Quando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ressuscitou,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discípulos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85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lembraram-se do que ele tinha dito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acreditaram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Escritura e na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dele. Jesus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 em Jerusalém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durante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festa da Páscoa. Vendo os sinais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realizava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muitos creram no seu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nome. Mas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não lhes dava crédito, pois ele conhecia a todos;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não precisava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testemunho de ninguém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acerca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695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ser humano, porque ele conhecia o homem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dentro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2,13-25)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Irmãos e irmãs, supliquemos a Deus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sua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misericórdia, para que possamos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ser pedras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vivas para edificar o templo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Igreja, fiel à leis divinas,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sempre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sinal de Cristo no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mundo,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os poderes públicos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encontrem nas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leis de Deus a inspiração para realizarem o bem, a justiça e a caridade,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rezemos: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7924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não deixemos de perceber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nossa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vida os sinais da presença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Deus, rezemos: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227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os nossos pensamentos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atitudes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estejam sempre de acordo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vontade de Deus, rezemos: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795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a Campanha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Fraternidade Ecumênica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desperte nossa consciência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superação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das indiferenças e divisões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criarmos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pontes que unem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reconciliam, rezemos: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7532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Conduzi-nos em vossa Palavra,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Ó Deus, fazei com que o vosso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povo seja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fiel à vossa Palavra, e voltai para nós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coração, a fim de recebermos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misericórdia.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levando ao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altar as alegrias e fadigas de cada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dia, nos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disponhamos a oferecer um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sacrifício aceito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este sacrifício, para glória do seu nome, para nosso bem e de toda a santa Igreja.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Ó Deus de bondade, concedei-nos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este sacrifício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que, pedindo perdão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nossos pecados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saibamos perdoar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nossos semelhantes.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</a:t>
            </a: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 da Quaresma, I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Sentido espiritual da Quaresma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necessário, é nosso dever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salvação dar-vos graças, sempre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todo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lugar,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Santo, Deus eterno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todo-poderoso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por Cristo, Senhor nosso.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Vós concedeis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aos cristãos esperar com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alegria, cada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ano, a festa 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Páscoa.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coração purificado, entregues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oração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à prática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amor fraterno, preparamo-nos para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celebrar 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mistérios pascais, que nos deram vida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nova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tornaram filhas e filhos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vossos. Por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essa razão, agora e sempre, nós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unimos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aos anjos e a todos 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santos, cantando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(dizendo) a uma só voz: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ó Pai, vós sois santo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fonte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toda santidade. Santificai,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pois, estas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oferendas, derramando sobre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Espírito, a fim de que se tornem para nós o Corpo e </a:t>
            </a:r>
            <a:r>
              <a:rPr lang="pt-BR" sz="36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Sangue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vosso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nosso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ó Senhor!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Sangue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Estando para ser entregue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abraçando livremente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paixão, ele tomou o pão,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 graças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 o partiu e deu a seus discípulos,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dizendo: 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88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Anunciamos, Senhor, a vossa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morte e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proclamamos a vossa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ressurreição. Vinde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Senhor Jesus!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Celebrando, pois, a memória 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morte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ressurreição do vosso Filho, nós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oferecemos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ó Pai, o pão da vida e o cálice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e vos agradecemos porque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tornastes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dignos de estar aqui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presença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vos servir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nós vos suplicamos que,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participando do Corpo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Sangue de Cristo, sejamos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reunidos pelo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Santo num só corpo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só espírito!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se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presente pelo mundo inteiro: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 cresça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caridade, com o Papa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Francisco, com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os ministros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povo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Lembrai-vos também 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nossos irmãos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irmãs que morreram na esperança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ressurreição e de todos os que partiram desta vida: acolhei-os junto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vós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luz da vossa face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vossos filhos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Enfim, nós vos pedimos, tende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piedade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nós e dai-nos participar 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eterna,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a Virgem Maria, Mãe de Deus, com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 José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seu esposo, com 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santos Apóstolos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os que neste mundo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serviram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fim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louvarmos e glorificarmos por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vosso Filho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Concedei-nos o convívio dos eleitos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982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Cristo, com Cristo, em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vós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Deus Pai todo-poderoso,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unidade 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Santo, toda a honra e toda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glória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agora e para sempre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272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596646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de participar do banquete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Eucaristia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sinal de reconciliação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vínculo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união fraterna, rezemos, juntos,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nos ensinou: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(SL 83,4-5)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Até o pássaro encontra um abrigo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andorinha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ninho para pôr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seus filhotes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nos vossos altares,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universo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meu rei e meu Deus! Felizes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habitam em vossa casa: sem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cessar podem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louvar-vos!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Ó Deus, tendo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recebido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penhor do vosso mistério celeste,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já saciados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terra com o pão do céu,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nós vos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pedimos a graça de manifestar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nossa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 o que o sacramento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realizou em 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a atitude de Jesus no expulsar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vendilhões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Templo, possa incentivar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zelo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coisas de Deus, e que alimentados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sua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Palavra possamos viver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intensamente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seus mistérios.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Deus, Pai de misericórdia, conceda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todos vós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como concedeu ao filho pródigo, a alegria do retorno à casa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Senhor Jesus Cristo, modelo de oração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vida, vos guie nesta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caminhada quaresmal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uma verdadeira conversão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Espírito de sabedoria e fortaleza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sustente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luta contra o mal, para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poderdes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 celebrar a vitória da Páscoa.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 em paz e o Senhor vos acompanhe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DO DIZIMISTA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“Recebei, Senhor, a minha oferta. Não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esmola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não sois mendigo! Não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auxílio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não precisais dele!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Também não é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me sobra, que vos ofereço.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 oferta representa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minha gratidão! Pois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tenho eu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recebi de vós. Amém!”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DO DIZIMISTA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2180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DA CAMPANHA DA FRATERNIDADE 2021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da vida, da justiça e do amor, / nós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bendizemos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pelo dom da fraternidade /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concederes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graça de vivermos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comunhão na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diversidade. / Através desta Campanha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Fraternidade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Ecumênica, / ajuda-nos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testemunhar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beleza do diálogo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850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compromisso de amor, criando pontes que unem /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vez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muros que separam e geram indiferença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ódio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/ Torna-nos pessoas sensíveis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disponíveis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servir a toda a humanidade, /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especial, aos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pobres e fragilizados, / a fim de que possamos testemunhar o teu amor redentor /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8661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partilhar suas dores e angústias,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alegrias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esperanças, / caminhando pelas veredas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amorosidade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/ Por Jesus Cristo, nossa paz,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 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Santo, sopro restaurador da vida.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 Amém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5152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</TotalTime>
  <Words>4133</Words>
  <Application>Microsoft Office PowerPoint</Application>
  <PresentationFormat>Apresentação na tela (16:9)</PresentationFormat>
  <Paragraphs>355</Paragraphs>
  <Slides>99</Slides>
  <Notes>99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99</vt:i4>
      </vt:variant>
    </vt:vector>
  </HeadingPairs>
  <TitlesOfParts>
    <vt:vector size="103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283</cp:revision>
  <dcterms:modified xsi:type="dcterms:W3CDTF">2021-03-06T07:04:24Z</dcterms:modified>
</cp:coreProperties>
</file>
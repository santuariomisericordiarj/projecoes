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2"/>
  </p:notesMasterIdLst>
  <p:sldIdLst>
    <p:sldId id="256" r:id="rId2"/>
    <p:sldId id="257" r:id="rId3"/>
    <p:sldId id="258" r:id="rId4"/>
    <p:sldId id="259" r:id="rId5"/>
    <p:sldId id="260" r:id="rId6"/>
    <p:sldId id="266" r:id="rId7"/>
    <p:sldId id="477" r:id="rId8"/>
    <p:sldId id="358" r:id="rId9"/>
    <p:sldId id="664" r:id="rId10"/>
    <p:sldId id="730" r:id="rId11"/>
    <p:sldId id="731" r:id="rId12"/>
    <p:sldId id="732" r:id="rId13"/>
    <p:sldId id="733" r:id="rId14"/>
    <p:sldId id="734" r:id="rId15"/>
    <p:sldId id="735" r:id="rId16"/>
    <p:sldId id="665" r:id="rId17"/>
    <p:sldId id="411" r:id="rId18"/>
    <p:sldId id="282" r:id="rId19"/>
    <p:sldId id="471" r:id="rId20"/>
    <p:sldId id="736" r:id="rId21"/>
    <p:sldId id="737" r:id="rId22"/>
    <p:sldId id="738" r:id="rId23"/>
    <p:sldId id="739" r:id="rId24"/>
    <p:sldId id="740" r:id="rId25"/>
    <p:sldId id="741" r:id="rId26"/>
    <p:sldId id="288" r:id="rId27"/>
    <p:sldId id="672" r:id="rId28"/>
    <p:sldId id="742" r:id="rId29"/>
    <p:sldId id="673" r:id="rId30"/>
    <p:sldId id="304" r:id="rId31"/>
    <p:sldId id="674" r:id="rId32"/>
    <p:sldId id="675" r:id="rId33"/>
    <p:sldId id="743" r:id="rId34"/>
    <p:sldId id="744" r:id="rId35"/>
    <p:sldId id="746" r:id="rId36"/>
    <p:sldId id="747" r:id="rId37"/>
    <p:sldId id="748" r:id="rId38"/>
    <p:sldId id="749" r:id="rId39"/>
    <p:sldId id="750" r:id="rId40"/>
    <p:sldId id="751" r:id="rId41"/>
    <p:sldId id="752" r:id="rId42"/>
    <p:sldId id="753" r:id="rId43"/>
    <p:sldId id="754" r:id="rId44"/>
    <p:sldId id="755" r:id="rId45"/>
    <p:sldId id="756" r:id="rId46"/>
    <p:sldId id="757" r:id="rId47"/>
    <p:sldId id="758" r:id="rId48"/>
    <p:sldId id="759" r:id="rId49"/>
    <p:sldId id="760" r:id="rId50"/>
    <p:sldId id="761" r:id="rId51"/>
    <p:sldId id="762" r:id="rId52"/>
    <p:sldId id="763" r:id="rId53"/>
    <p:sldId id="764" r:id="rId54"/>
    <p:sldId id="765" r:id="rId55"/>
    <p:sldId id="766" r:id="rId56"/>
    <p:sldId id="768" r:id="rId57"/>
    <p:sldId id="767" r:id="rId58"/>
    <p:sldId id="769" r:id="rId59"/>
    <p:sldId id="770" r:id="rId60"/>
    <p:sldId id="771" r:id="rId61"/>
    <p:sldId id="772" r:id="rId62"/>
    <p:sldId id="773" r:id="rId63"/>
    <p:sldId id="774" r:id="rId64"/>
    <p:sldId id="775" r:id="rId65"/>
    <p:sldId id="776" r:id="rId66"/>
    <p:sldId id="777" r:id="rId67"/>
    <p:sldId id="778" r:id="rId68"/>
    <p:sldId id="779" r:id="rId69"/>
    <p:sldId id="780" r:id="rId70"/>
    <p:sldId id="781" r:id="rId71"/>
    <p:sldId id="782" r:id="rId72"/>
    <p:sldId id="783" r:id="rId73"/>
    <p:sldId id="784" r:id="rId74"/>
    <p:sldId id="310" r:id="rId75"/>
    <p:sldId id="311" r:id="rId76"/>
    <p:sldId id="787" r:id="rId77"/>
    <p:sldId id="788" r:id="rId78"/>
    <p:sldId id="789" r:id="rId79"/>
    <p:sldId id="790" r:id="rId80"/>
    <p:sldId id="791" r:id="rId81"/>
    <p:sldId id="792" r:id="rId82"/>
    <p:sldId id="793" r:id="rId83"/>
    <p:sldId id="794" r:id="rId84"/>
    <p:sldId id="795" r:id="rId85"/>
    <p:sldId id="796" r:id="rId86"/>
    <p:sldId id="797" r:id="rId87"/>
    <p:sldId id="798" r:id="rId88"/>
    <p:sldId id="799" r:id="rId89"/>
    <p:sldId id="800" r:id="rId90"/>
    <p:sldId id="801" r:id="rId91"/>
    <p:sldId id="802" r:id="rId92"/>
    <p:sldId id="803" r:id="rId93"/>
    <p:sldId id="804" r:id="rId94"/>
    <p:sldId id="805" r:id="rId95"/>
    <p:sldId id="806" r:id="rId96"/>
    <p:sldId id="807" r:id="rId97"/>
    <p:sldId id="808" r:id="rId98"/>
    <p:sldId id="810" r:id="rId99"/>
    <p:sldId id="809" r:id="rId100"/>
    <p:sldId id="811" r:id="rId101"/>
    <p:sldId id="812" r:id="rId102"/>
    <p:sldId id="813" r:id="rId103"/>
    <p:sldId id="814" r:id="rId104"/>
    <p:sldId id="815" r:id="rId105"/>
    <p:sldId id="786" r:id="rId106"/>
    <p:sldId id="547" r:id="rId107"/>
    <p:sldId id="816" r:id="rId108"/>
    <p:sldId id="817" r:id="rId109"/>
    <p:sldId id="818" r:id="rId110"/>
    <p:sldId id="400" r:id="rId111"/>
    <p:sldId id="401" r:id="rId112"/>
    <p:sldId id="402" r:id="rId113"/>
    <p:sldId id="406" r:id="rId114"/>
    <p:sldId id="488" r:id="rId115"/>
    <p:sldId id="408" r:id="rId116"/>
    <p:sldId id="343" r:id="rId117"/>
    <p:sldId id="344" r:id="rId118"/>
    <p:sldId id="729" r:id="rId119"/>
    <p:sldId id="347" r:id="rId120"/>
    <p:sldId id="819" r:id="rId1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0000"/>
    <a:srgbClr val="7030A0"/>
    <a:srgbClr val="A365D1"/>
    <a:srgbClr val="893BC3"/>
    <a:srgbClr val="0099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59408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471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9709dbf6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89709dbf6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1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89709dbf6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89709dbf6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2827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a242b19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a242b19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594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20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8b97a525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8b97a525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996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98b97a525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98b97a525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056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110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3011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222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156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2408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779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26929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302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606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98b97a525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98b97a525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55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990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6876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91876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7122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5915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215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8a65153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8a65153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9160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88a6515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88a6515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2601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4308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3049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189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8a65153c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8a65153c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5326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8a65153c3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8a65153c3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3863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9458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1558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07887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282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30566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38598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5499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66589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45839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591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10126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4093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97493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328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38811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84645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80295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3565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3880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17307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94921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87532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66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9140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7547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2050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09790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7431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61907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57940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48195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82431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5856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3989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806971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263926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6213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714479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64625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17881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346925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1773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8a65153c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8a65153c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68673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8a65153c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8a65153c3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6605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9187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783474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528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43611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289884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549124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894812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585584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02007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61292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15994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660554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95924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952612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797372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6203063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69064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50823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47249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223071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380301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09746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46222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276749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509669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2238678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48952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5974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26617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06733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081200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88a65153c3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88a65153c3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2612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9709dbf6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9709dbf6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091999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264235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8a65153c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8a65153c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07540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946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3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511667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117012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4159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adaa5bc0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adaa5bc0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36819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8adaa5bc0d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8adaa5bc0d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504889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14701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8adaa5bc0d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8adaa5bc0d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792462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2938887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8adaa5bc0d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8adaa5bc0d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5203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“... necessito de sacrifício repleto de amor, porque apenas este tem valor diante de Mim. Grandes são as dívidas contraídas pelo Mundo diante de Mim. Podem pagá-las as almas puras, pelo seu sacrifício, praticando a misericórdia em espírito”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1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Reflexão do Diário de Santa Faustina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Nº 1316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Sexta-Feira </a:t>
            </a:r>
            <a:r>
              <a:rPr lang="pt-BR" sz="3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Paixão </a:t>
            </a:r>
            <a:r>
              <a:rPr lang="pt-BR" sz="35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Senhor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b="1" dirty="0" smtClean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Tríduo Pascal</a:t>
            </a:r>
            <a:endParaRPr sz="35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2663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Inicial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pt-BR" sz="3500" dirty="0" smtClean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Deus, foi por nós que o Cristo,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vosso Filho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derramando o seu sangue, instituiu o mistério da Páscoa.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Lembrai-vos sempre de vossas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misericórdias, e santificai-nos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pela vossa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constante proteção.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Cristo, nosso Senhor.</a:t>
            </a:r>
            <a:endParaRPr lang="pt-BR"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pt-BR" sz="3500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23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Ritos Iniciais </a:t>
            </a:r>
            <a:r>
              <a:rPr lang="pt-BR" sz="1600" b="1" dirty="0" smtClean="0">
                <a:solidFill>
                  <a:srgbClr val="F3F3F3"/>
                </a:solidFill>
              </a:rPr>
              <a:t>- Oração Inicial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09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Primeira 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52,13-53,12)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do Livro do Profeta Isaías</a:t>
            </a:r>
            <a:endParaRPr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Ei-lo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 meu Servo será bem-sucedido;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 ascensão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será ao mais alto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grau. Assim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muitos ficaram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pasmados ao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vê-lo — tão desfigurado ele estava que não parecia ser um homem ou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ter aspecto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humano —,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mesmo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719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espalhará sua fama entre 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povos. Diante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dele os reis se manterão 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silêncio, vendo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algo que nunca lhes foi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narrado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conhecendo coisas que jamais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ouviram. Quem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nós deu crédito ao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ouvimos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 E a quem foi dado reconhecer a força do Senhor?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Diante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 ele cresceu como renovo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planta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590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 como raiz em terra seca. Não tinha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beleza nem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atrativo para o olharmos,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tinha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aparência que nos agradasse.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Era desprezado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o último dos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mortais, homem coberto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dores, cheio de sofrimentos; passando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ele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tapávamos o rosto; tão desprezível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era, não fazíamos caso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dele.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verdade é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530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tomava sobre si nossas enfermidades e sofria,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mesmo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nossas dores; e nós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pensávamos fosse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chagado, golpeado por Deus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humilhado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foi ferido por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causa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nossos pecados, esmagado por causa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nossos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crimes; a punição a ele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imposta era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preço da nossa paz, e suas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feridas,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preço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375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cura. Todos nós vagávamos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ovelhas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desgarradas,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cada qual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seguindo seu caminho; e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 fez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recair sobre ele o pecado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 nós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maltratado,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submeteu-se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não abriu a boca; como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cordeiro levado ao matadouro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 como ovelha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diante dos que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tosquiam, ele não abriu a boca.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263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Foi atormentado pela angústia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foi condenado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Quem se preocuparia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 história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origem? Ele foi eliminado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mundo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 vivos; e por causa 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pecado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meu povo, foi golpeado até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morrer. Deram-lhe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sepultura entre ímpios,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túmulo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entre os ricos, porque ele não praticou o mal,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nem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225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encontrou falsidade em suas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palavras.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Senhor quis macerá-lo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sofrimentos. Oferecendo sua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vida em expiação, ele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terá descendência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duradoura, e fará cumprir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êxito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vontade do Senhor.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 vida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sofrimento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alcançará luz e uma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ciência perfeita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Meu Servo, o Justo, fará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justos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51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inúmeros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homens, carregando sobre si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suas culpas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isso,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compartilharei com ele multidões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ele repartirá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suas riquezas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valentes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seguidores, pois entregou o corpo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morte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sendo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contado como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malfeitor;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ele, na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verdade, resgatava o pecado de todos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Is</a:t>
            </a:r>
            <a:r>
              <a:rPr lang="pt-BR" sz="1600" b="1" dirty="0">
                <a:solidFill>
                  <a:srgbClr val="F3F3F3"/>
                </a:solidFill>
              </a:rPr>
              <a:t> 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64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intercedia em favor dos pecadores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Senhor.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Primeira Leitura </a:t>
            </a:r>
            <a:r>
              <a:rPr lang="pt-BR" sz="1600" b="1" dirty="0" smtClean="0">
                <a:solidFill>
                  <a:srgbClr val="F3F3F3"/>
                </a:solidFill>
              </a:rPr>
              <a:t>(</a:t>
            </a:r>
            <a:r>
              <a:rPr lang="pt-BR" sz="1600" b="1" dirty="0" err="1" smtClean="0">
                <a:solidFill>
                  <a:srgbClr val="F3F3F3"/>
                </a:solidFill>
              </a:rPr>
              <a:t>Is</a:t>
            </a:r>
            <a:r>
              <a:rPr lang="pt-BR" sz="1600" b="1" dirty="0" smtClean="0">
                <a:solidFill>
                  <a:srgbClr val="F3F3F3"/>
                </a:solidFill>
              </a:rPr>
              <a:t> </a:t>
            </a:r>
            <a:r>
              <a:rPr lang="pt-BR" sz="1600" b="1" dirty="0">
                <a:solidFill>
                  <a:srgbClr val="F3F3F3"/>
                </a:solidFill>
              </a:rPr>
              <a:t>52,13-53,12)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78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165370" y="771750"/>
            <a:ext cx="881326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Salmo Responsorial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Sl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30(31)]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Pai, em tuas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mãos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entrego o meu espírito.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 smtClean="0">
                <a:solidFill>
                  <a:srgbClr val="F3F3F3"/>
                </a:solidFill>
              </a:rPr>
              <a:t>[</a:t>
            </a:r>
            <a:r>
              <a:rPr lang="pt-BR" sz="1600" b="1" dirty="0" err="1" smtClean="0">
                <a:solidFill>
                  <a:srgbClr val="F3F3F3"/>
                </a:solidFill>
              </a:rPr>
              <a:t>Sl</a:t>
            </a:r>
            <a:r>
              <a:rPr lang="pt-BR" sz="1600" b="1" dirty="0" smtClean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876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eu ponho em vós minha esperança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 *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eu não fique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envergonhado eternamente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 Em vossas mãos,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Senhor, entrego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meu espírito, * porque vós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salvareis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ó Deus fiel!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155643" y="771750"/>
            <a:ext cx="882298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Pai, em tuas mãos</a:t>
            </a: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entrego o meu espírito.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24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Tornei-me o opróbrio do inimigo, *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desprezo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zombaria dos vizinhos, e objeto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pavor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os amigos; * fogem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mim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me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veem pela rua. Os corações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esqueceram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como um morto,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tornei-me como um vaso espedaçado.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023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155643" y="771750"/>
            <a:ext cx="882298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Pai, em tuas mãos</a:t>
            </a: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entrego o meu espírito.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853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vós, porém, ó meu Senhor, eu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confio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* e afirmo que só vós sois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meu Deus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 Eu entrego em vossas mãos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meu destino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 * libertai-me do inimigo 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opressor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394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155643" y="771750"/>
            <a:ext cx="882298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Pai, em tuas mãos</a:t>
            </a: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entrego o meu espírito.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12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Mostrai serena a vossa face ao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vosso servo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* e salvai-me pela vossa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compaixão! Fortalecei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corações, tende coragem,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* todos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vós que ao Senhor vos confiais!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983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>
            <a:spLocks noGrp="1"/>
          </p:cNvSpPr>
          <p:nvPr>
            <p:ph type="body" idx="1"/>
          </p:nvPr>
        </p:nvSpPr>
        <p:spPr>
          <a:xfrm>
            <a:off x="155643" y="771750"/>
            <a:ext cx="8822987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REFRÃO: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Ó Pai, em tuas mãos</a:t>
            </a: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entrego o meu espírito.</a:t>
            </a:r>
            <a:endParaRPr lang="pt-BR" sz="35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1;p3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12;p3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Salmo Responsorial </a:t>
            </a:r>
            <a:r>
              <a:rPr lang="pt-BR" sz="1600" b="1" dirty="0">
                <a:solidFill>
                  <a:srgbClr val="F3F3F3"/>
                </a:solidFill>
              </a:rPr>
              <a:t>[</a:t>
            </a:r>
            <a:r>
              <a:rPr lang="pt-BR" sz="1600" b="1" dirty="0" err="1">
                <a:solidFill>
                  <a:srgbClr val="F3F3F3"/>
                </a:solidFill>
              </a:rPr>
              <a:t>Sl</a:t>
            </a:r>
            <a:r>
              <a:rPr lang="pt-BR" sz="1600" b="1" dirty="0">
                <a:solidFill>
                  <a:srgbClr val="F3F3F3"/>
                </a:solidFill>
              </a:rPr>
              <a:t> 30(31)]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213;p3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691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Segunda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Leitura 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pt-BR" sz="3500" b="1" dirty="0" err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Hb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4,14-16; 5,7-9)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Leitura da Carta aos 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Hebreus</a:t>
            </a:r>
            <a:endParaRPr sz="35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Irmãos: Temos um sumo sacerdote eminente, que entrou no céu, Jesus, o Filho de Deus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Por isso, permaneçamos firmes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fé que professamos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efeito, temos um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 sacerdote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capaz de se compadecer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nossas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Hb</a:t>
            </a:r>
            <a:r>
              <a:rPr lang="pt-BR" sz="1600" b="1" dirty="0">
                <a:solidFill>
                  <a:srgbClr val="F3F3F3"/>
                </a:solidFill>
              </a:rPr>
              <a:t> 4,14-16; 5,7-9)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fraquezas, pois ele mesmo foi provado em tudo como nós,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exceção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pecado. Aproximemo-nos então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com toda 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confiança, 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trono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graça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para conseguirmos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misericórdia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alcançarmos a graça de um auxílio no momento oportuno.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Cristo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dias 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sua vida terrestre, dirigiu preces e súplicas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Hb</a:t>
            </a:r>
            <a:r>
              <a:rPr lang="pt-BR" sz="1600" b="1" dirty="0">
                <a:solidFill>
                  <a:srgbClr val="F3F3F3"/>
                </a:solidFill>
              </a:rPr>
              <a:t> 4,14-16; 5,7-9)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831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forte clamor e lágrimas, àquele que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era capaz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salvá-lo da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morte.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foi atendido, por causa de sua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entrega 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Deus.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Mesmo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sendo Filho,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aprendeu 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significa a obediência a Deus, por aquilo que ele sofreu.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consumação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sua vida, tornou-se causa de salvação eterna para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todos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Hb</a:t>
            </a:r>
            <a:r>
              <a:rPr lang="pt-BR" sz="1600" b="1" dirty="0">
                <a:solidFill>
                  <a:srgbClr val="F3F3F3"/>
                </a:solidFill>
              </a:rPr>
              <a:t> 4,14-16; 5,7-9)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98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lhe obedecem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Senhor.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1600"/>
              </a:spcBef>
              <a:buClr>
                <a:schemeClr val="dk1"/>
              </a:buClr>
              <a:buSzPts val="1100"/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Graças a Deus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5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45"/>
          <p:cNvSpPr txBox="1"/>
          <p:nvPr/>
        </p:nvSpPr>
        <p:spPr>
          <a:xfrm>
            <a:off x="252000" y="87750"/>
            <a:ext cx="6370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Segunda Leitura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Hb</a:t>
            </a:r>
            <a:r>
              <a:rPr lang="pt-BR" sz="1600" b="1" dirty="0">
                <a:solidFill>
                  <a:srgbClr val="F3F3F3"/>
                </a:solidFill>
              </a:rPr>
              <a:t> 4,14-16; 5,7-9)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Sentados</a:t>
            </a: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3005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Evangelho (Mc 14,1-15,47 | Texto mais breve: Mc 15, 1-39)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Paixão de Nosso Senhor Jesus Cristo segundo João.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NAQUELE TEMPO,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saiu com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discípulos para o outro lado da torrente do </a:t>
            </a:r>
            <a:r>
              <a:rPr lang="pt-BR" sz="35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Cedron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Havia aí um jardim, onde ele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entrou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790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os discípulos. Também Judas, o traidor, conhecia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lugar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porque Jesus costumava reunir-se aí com os seus discípulos.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Judas levou consigo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destacamento de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soldados 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alguns guardas dos sumos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sacerdotes e fariseus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 chegou ali com lanternas, tochas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armas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Jesus, consciente de tudo o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endParaRPr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264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ia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acontecer, saiu ao encontro deles e disse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2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“A quem procurais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Responderam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“A Jesus, o Nazareno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Ele disse: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2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“Sou eu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604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Judas, o traidor, estava junto com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eles. Quando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disse: “Sou eu”, eles recuaram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caíram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terra. </a:t>
            </a: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novo lhes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perguntou: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2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“A quem procurais?”</a:t>
            </a:r>
            <a:endParaRPr lang="pt-BR" sz="32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Eles responderam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“A Jesus, o Nazareno</a:t>
            </a:r>
            <a:r>
              <a:rPr lang="pt-BR" sz="35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8845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5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Jesus respondeu: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2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“Já vos disse que sou eu. Se é a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mim que 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procurais, então deixai que estes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retirem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 lang="pt-BR" sz="32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2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Assim se realizava a palavra que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tinha dito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“Não perdi nenhum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daqueles que 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confiaste”.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Simão 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Pedro, que trazia uma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espada consigo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puxou dela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feriu 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servo do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807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sacerdote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2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cortando-lhe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 orelha direita. O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nome do servo era </a:t>
            </a:r>
            <a:r>
              <a:rPr lang="pt-BR" sz="32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Malco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 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disse a Pedro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“Guarda a tua espada na bainha.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vou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beber o cálice que o Pai me deu?”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Então, os soldados, o comandante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guardas dos judeus prenderam Jesus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o amarraram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Conduziram-no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primeiro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6340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Anás, que era o sogro de </a:t>
            </a:r>
            <a:r>
              <a:rPr lang="pt-BR" sz="32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Caifás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 Sacerdote 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naquele ano.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Foi </a:t>
            </a:r>
            <a:r>
              <a:rPr lang="pt-BR" sz="32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Caifás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2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deu </a:t>
            </a:r>
            <a:r>
              <a:rPr lang="pt-BR" sz="32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aos judeus o conselho:</a:t>
            </a:r>
            <a:endParaRPr lang="pt-BR" sz="32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“É preferível que um só morra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pelo povo.”</a:t>
            </a:r>
            <a:endParaRPr lang="pt-BR" sz="35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Simão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Pedro e um outro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discípulo seguiam Jesus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Esse discípulo era conhecido do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 Sacerdote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entrou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Jesus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 pátio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956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Sacerdote. Pedro ficou fora, perto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porta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Então 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outro discípulo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que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era conhecido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 Sacerdote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saiu, conversou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a encarregada da porta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levou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Pedro para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dentro. 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criada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guardava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porta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disse 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Pedro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927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“Não pertences também tu aos discípulos desse homem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Ele respondeu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“Não!”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empregados e os guardas fizeram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fogueira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estavam se aquecendo, pois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fazia frio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Pedro ficou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eles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aquecendo-se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608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Entretanto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 Sacerdote interrogou Jesus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respeito de seus discípulos e de seu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ensinamento. Jesus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lhe respondeu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“Eu falei às claras ao mundo.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Ensinei sempre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sinagoga e no Templo,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onde todos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judeus se reúnem. Nada falei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às escondidas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me interrogas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6718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Pergunta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aos que ouviram o que falei; eles sabem o que eu disse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Quando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falou isso, um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dos guardas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ali estava deu-lhe uma bofetada, d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izendo: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“É assim que respondes ao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 Sacerdote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197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Respondeu-lhe Jesus: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“Se respondi mal, mostra em quê;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mas, se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falei bem, por que me bates?” 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Então, Anás enviou Jesus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amarrado para </a:t>
            </a:r>
            <a:r>
              <a:rPr lang="pt-BR" sz="36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Caifás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 Sumo Sacerdote. Simão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Pedro continuava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lá, em pé,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aquecendo-se. Disseram-lhe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867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“Não és tu, também, um dos discípulos dele?”</a:t>
            </a:r>
            <a:endParaRPr lang="pt-BR" sz="36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Pedro negou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“Não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Então um dos empregados do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Sumo Sacerdote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parente daquele a quem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Pedro tinha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cortado a orelha, disse: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480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“Será que não te vi no jardim com ele?”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Novamente Pedro negou. E na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mesma hora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o galo cantou.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pt-BR" sz="36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Caifás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levaram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ao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palácio do governador.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Era de manhã cedo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Eles mesmos não entraram no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palácio, para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ficarem impuros e poderem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comer 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páscoa.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 Pilatos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saiu ao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encontro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355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deles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disse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“Que acusação apresentais contra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este homem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Eles responderam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“Se não fosse malfeitor, não o teríamos entregue a ti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</a:t>
            </a:r>
            <a:endParaRPr lang="pt-BR" sz="36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394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Pilatos disse: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“Tomai-o vós mesmos e julgai-o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acordo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a vossa lei.”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Os judeus lhe responderam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“Nós não podemos condenar ninguém 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morte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8805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Assim se realizava o que Jesus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tinha dito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significando de que morte havia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morrer. Então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 entrou de novo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 palácio, chamou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e perguntou-lhe: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“Tu és o rei dos judeus?”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Jesus respondeu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297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“Estás dizendo isso por ti mesmo,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 outros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 disseram isso de mim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Pilatos falou: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“Por acaso, sou judeu? O teu povo 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sumos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sacerdotes te entregaram 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mim. Que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fizeste?”</a:t>
            </a:r>
            <a:endParaRPr lang="pt-BR" sz="36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0391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Jesus respondeu: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“O meu reino não é deste mundo.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o meu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reino fosse deste mundo, 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meus guardas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teriam lutado para que eu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fosse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entregue aos judeus. Mas 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meu reino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é daqui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Pilatos disse a Jesus: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8238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“Então, tu és rei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Jesus respondeu: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“Tu o dizes: eu sou rei. Eu nasci e vim ao mundo para isto: para dar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testemunho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verdade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Todo aquele que é da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verdade escuta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minha voz.”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760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Pilatos disse a Jesus: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“O que é a verdade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Ao dizer isso, Pilatos saiu ao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encontro dos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judeus, e disse-lhes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“Eu não encontro nenhuma culpa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nele. Mas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existe entre vós um costume,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pela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Páscoa eu vos solte um preso. Quereis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3197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solte o rei dos Judeus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Então, começaram a gritar de novo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“Este não, mas </a:t>
            </a:r>
            <a:r>
              <a:rPr lang="pt-BR" sz="3600" b="1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Barrabás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Barrabás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era um bandido.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 Pilatos mandou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flagelar Jesus.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soldados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teceram uma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coroa de espinhos e a colocaram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cabeça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Jesus. Vestiram-no com um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manto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9259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vermelho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aproximavam-se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dele e diziam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“Viva o rei dos judeus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 davam-lhe bofetadas.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 saiu de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novo e disse aos judeus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“Olhai, eu o trago aqui fora, diante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vós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para que saibais que não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encontro nele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crime algum.”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2062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Então Jesus veio para fora,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trazendo 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coroa de espinhos e o manto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vermelho. Pilatos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disse-lhes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“Eis o homem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Quando viram Jesus, os sumos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sacerdotes 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guardas começaram a gritar: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3858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“Crucifica-o! Crucifica-o!”</a:t>
            </a:r>
            <a:endParaRPr lang="pt-BR" sz="36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Pilatos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respondeu: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“Levai-o vós mesmos para 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crucificar, pois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eu não encontro nele crime algum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Os judeus responderam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“Nós temos uma Lei, e, segundo esta Lei,</a:t>
            </a:r>
            <a:endParaRPr lang="pt-BR" sz="36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0628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deve morrer, porque se 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fez Filho de Deus.”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Ao ouvir essas palavras, Pilatos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ficou com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mais medo ainda.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Entrou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outra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vez no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palácio e perguntou a Jesus: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“De onde és tu?”</a:t>
            </a:r>
            <a:endParaRPr lang="pt-BR" sz="36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49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Jesus ficou calado.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 disse: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“Não me respondes? Não sabes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tenho autoridade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te soltar e autoridade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te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crucificar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respondeu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“Tu não terias autoridade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alguma sobre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mim, se ela não te fosse dada do alto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Quem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pt-BR" sz="36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4973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 entregou a ti,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portanto, tem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culpa maior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Por causa disso, Pilatos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procurava soltar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Jesus. Mas os judeus gritavam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“Se soltas este homem, não és 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amigo de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César. Todo aquele que se faz 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rei, declara-se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contra César.”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6863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Ouvindo essas palavras,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 levou Jesus para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fora e sentou-se no tribunal, no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lugar chamado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“Pavimento”,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hebraico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pt-BR" sz="36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Gábata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Era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dia da preparação da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Páscoa, por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volta do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meio-dia. Pilatos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disse aos judeus: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“Eis o vosso rei!”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0428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Eles, porém, gritavam: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“Fora! Fora! Crucifica-o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!”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Pilatos disse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“Hei de crucificar o vosso rei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?”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Os sumos sacerdotes responderam: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“Não temos outro rei senão César.”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8371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Então Pilatos entregou Jesus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ser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crucificado, e eles o levaram.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 tomou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cruz sobre si e saiu para 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lugar chamado “Calvário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”, em hebraico “Gólgota”.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Ali o crucificaram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com outros dois: um de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cada lado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 Jesus no meio.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 mandou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ainda escrever um letreiro e colocá-lo na cruz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pt-BR" sz="36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0175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nele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estava”. Muitos judeus puderam ver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letreiro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porque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lugar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que Jesus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foi crucificado ficava perto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cidade. O letreiro estava escrito em hebraico, latim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grego. Então os sumos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sacerdotes dos judeus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disseram 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“Não escrevas ‘O Rei dos Judeus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’, mas sim</a:t>
            </a:r>
            <a:endParaRPr lang="pt-BR" sz="3600" b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9851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ele disse: 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‘Eu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sou o 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Rei dos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judeus</a:t>
            </a:r>
            <a:r>
              <a:rPr lang="pt-BR" sz="3600" b="1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.’”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Pilatos respondeu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“O que escrevi, está escrito.”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Depois que crucificaram Jesus, 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soldados repartiram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sua roupa em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quatro partes, uma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parte para cada soldado. Quanto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túnica, esta era tecida sem costura,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619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peça única de alto a baixo.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Disseram então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entre si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“Não vamos dividir a túnica”.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Tiremos 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sorte para ver de quem será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Assim se cumpria a Escritura que diz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“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Repartiram entre si as minhas vestes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lançaram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sorte sobre a minha túnica.”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07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Assim procederam os soldados.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Perto da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cruz de Jesus, estavam de pé a sua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mãe, 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irmã da sua mãe, Maria de </a:t>
            </a:r>
            <a:r>
              <a:rPr lang="pt-BR" sz="3600" dirty="0" err="1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Cléofas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Maria Madalena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ao ver sua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mãe e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ao lado dela, o discípulo que ele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amava, disse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 mãe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“Mulher, este é o teu filho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Depois disse ao discípulo:</a:t>
            </a: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0340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b="1" spc="-1" dirty="0" smtClean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“Esta é a tua mãe.”</a:t>
            </a:r>
            <a:endParaRPr lang="pt-BR" sz="3600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Dessa hora em diante, o discípulo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acolheu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consigo.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Depois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disso,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Jesus, sabendo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tudo estava consumado,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para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a Escritura se cumprisse até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fim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disse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“Tenho sede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Havia ali uma jarra cheia de vinagre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337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Amarraram numa vara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esponja embebida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vinagre e levaram-na à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boca de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tomou o vinagre e disse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b="1" spc="-1" dirty="0">
                <a:solidFill>
                  <a:schemeClr val="accent1"/>
                </a:solidFill>
                <a:uFill>
                  <a:solidFill>
                    <a:srgbClr val="FFFFFF"/>
                  </a:solidFill>
                </a:uFill>
                <a:latin typeface="Cambria"/>
              </a:rPr>
              <a:t>†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“Tudo está consumado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E, inclinando a cabeça, entregou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espírito.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6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(Aqui todos se ajoelham e faz-se uma pausa)</a:t>
            </a:r>
            <a:endParaRPr lang="pt-BR" sz="3600" i="1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1809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3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Era o dia da preparação para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Páscoa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Os judeus queriam evitar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os corpos ficassem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na cruz durante o sábado,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porque aquele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sábado era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dia de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festa solene. Então pediram 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 que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mandasse quebrar as pernas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aos crucificados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os tirasse da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cruz.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soldados foram e quebraram as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pernas de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0564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um e, depois, do outro, que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foram crucificados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Jesus.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aproximarem de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Jesus, e vendo que já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estava morto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não lhe quebraram as pernas; mas um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soldado abriu-lhe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lado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com uma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lança, e logo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saiu sangue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água. Aquele que viu,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dá testemunho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seu testemunho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é verdadeiro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0152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ele sabe que fala a verdade, para que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vós também acrediteis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Isso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aconteceu para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se cumprisse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 Escritura, que diz: “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Não quebrarão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nenhum dos seus ossos”. 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outra Escritura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ainda diz: “Olharão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aquele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que transpassaram”.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Depois disso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José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pt-BR" sz="3600" dirty="0" err="1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Arimateia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que era discípulo de Jesus —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7916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às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escondidas, por medo dos judeus —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pediu 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para tirar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corpo de Jesus.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Pilatos consentiu. Então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José veio tirar o corpo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Jesus. Chegou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também Nicodemos, 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mesmo que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antes tinha ido de noite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encontrar-se com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Jesus. Levou uns trinta quilos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de perfume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feito de mirra e aloés.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Então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2320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tomaram o corpo de Jesus 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envolveram-no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com os aromas, em faixas de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linho, como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os judeus costumam sepultar.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No lugar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onde Jesus foi crucificado,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havia um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jardim e, no jardim, um túmulo novo, onde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ainda ninguém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tinha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sido sepultado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causa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preparação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da Páscoa, e como o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túmulo</a:t>
            </a: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5569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2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estava 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perto, foi ali que colocaram </a:t>
            </a: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Jesus.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3600" dirty="0" smtClean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Palavra da Salvação.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600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600" b="1" dirty="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Glória a vós, Senhor.</a:t>
            </a:r>
            <a:endParaRPr lang="pt-BR" sz="3600" b="1" dirty="0" smtClean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36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2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2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Evangelho </a:t>
            </a:r>
            <a:r>
              <a:rPr lang="pt-BR" sz="1600" b="1" dirty="0">
                <a:solidFill>
                  <a:srgbClr val="F3F3F3"/>
                </a:solidFill>
              </a:rPr>
              <a:t>(</a:t>
            </a:r>
            <a:r>
              <a:rPr lang="pt-BR" sz="1600" b="1" dirty="0" err="1">
                <a:solidFill>
                  <a:srgbClr val="F3F3F3"/>
                </a:solidFill>
              </a:rPr>
              <a:t>Jo</a:t>
            </a:r>
            <a:r>
              <a:rPr lang="pt-BR" sz="1600" b="1" dirty="0">
                <a:solidFill>
                  <a:srgbClr val="F3F3F3"/>
                </a:solidFill>
              </a:rPr>
              <a:t> 18,1-19,42)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25" name="Google Shape;425;p62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9973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Universal</a:t>
            </a:r>
            <a:endParaRPr lang="pt-BR" sz="36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6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</a:t>
            </a:r>
            <a:r>
              <a:rPr lang="pt-BR" sz="36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Neste dia em que celebramos a </a:t>
            </a:r>
            <a:r>
              <a:rPr lang="pt-BR" sz="36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Paixão do Senhor</a:t>
            </a:r>
            <a:r>
              <a:rPr lang="pt-BR" sz="36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por meio desta antiquíssima oração </a:t>
            </a:r>
            <a:r>
              <a:rPr lang="pt-BR" sz="36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 exprime verdadeiramente a </a:t>
            </a:r>
            <a:r>
              <a:rPr lang="pt-BR" sz="36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abertura </a:t>
            </a:r>
            <a:r>
              <a:rPr lang="pt-BR" sz="36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universal da comunidade, consciente </a:t>
            </a:r>
            <a:r>
              <a:rPr lang="pt-BR" sz="36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que a salvação de Cristo </a:t>
            </a:r>
            <a:r>
              <a:rPr lang="pt-BR" sz="36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oferecida </a:t>
            </a:r>
            <a:r>
              <a:rPr lang="pt-BR" sz="36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todos os homens.</a:t>
            </a:r>
            <a:endParaRPr sz="36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Igreja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Oremos, irmãos e irmãs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caríssimos, pela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santa Igreja de Deus: que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 nosso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lhe dê a paz e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unidade,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ele a proteja por toda a terra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 conceda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uma vida calma e tranquila,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sua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própria glória.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5894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7526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Cristo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revelastes a vossa glória a todos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os povos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velai sobre a obra do vosso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amor.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vossa Igreja, espalhada por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todo 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mundo, permaneça inabalável na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fé 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proclame sempre o vosso nome.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Cristo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nosso Senhor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4893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Pelo Papa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 pelo nosso santo Padre,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Papa Francisco.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nosso Deus,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escolheu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o Episcopado,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conserve são e salvo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à frente da sua Igreja, governando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povo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Deus.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1669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68094" y="771750"/>
            <a:ext cx="8959174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dispusestes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todas as coisas com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sabedoria, dignai-vos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escutar nossos pedidos: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protegei com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amor o Pontífice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escolhestes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para que o povo cristão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governais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meio dele possa crescer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sua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fé. Por 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2261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Por todas as ordens e categorias de fiéis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 pelo nosso Bispo </a:t>
            </a:r>
            <a:r>
              <a:rPr lang="pt-BR" sz="3500" dirty="0" err="1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Orani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todos 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bispos, presbíteros e diáconos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Igreja 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todo o povo fiel.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4314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7526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santificais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governais pelo vosso Espírito todo o corpo da Igreja, escutai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as súplicas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vos dirigimos por todos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os ministros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vosso povo. Fazei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cada um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pelo dom da vossa graça, vos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sirva com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fidelidade. Por 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8373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Pelos catecúmenos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 pelos (nossos)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catecúmenos: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nosso Deus abra 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seus corações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as portas da misericórdia,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tendo recebido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nas águas 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batismo 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perdão de todos os seus pecados,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sejam incorporados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 Cristo Jesus.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6758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7526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por novos nascimentos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tornais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fecunda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Igreja, aumentai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fé e o entendimento dos (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nossos) catecúmenos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renascidos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pelo batismo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sejam contados entre os vossos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filhos adotivos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Cristo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1640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Pela unidade dos cristãos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 por todos os nossos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irmãos 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irmãs que creem no Cristo, para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 nosso Deus se digne reunir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conservar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 unidade da sua Igreja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todos 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vivem segundo a verdade.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718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775268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reunis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que está disperso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conservais 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está unido, velai sobre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rebanho 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Filho. Que a integridade da fé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laços da caridade unam os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foram consagrados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por um só batismo. Por 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6588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Pelos judeus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 pelos judeus, aos quais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Senhor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nosso Deus falou em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primeiro lugar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a fim de que cresçam na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fidelidade de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sua aliança e no amor do seu nome.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8025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fizestes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vossas promessas a Abraão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seus descendentes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escutai as preces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Igreja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 Que o povo da primitiva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aliança mereça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alcançar a plenitude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redenção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 Por 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2891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7.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Pelos que não creem no Cristo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 pelos que não creem no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para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que, iluminados pelo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Espírito Santo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possam também ingressar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 caminho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 salvação.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651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dai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aos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não creem no Cristo e caminham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sob 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olhar com sinceridade 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coração, chegar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 conhecimento da verdade.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fazei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sejamos no mundo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testemunhas mais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fiéis da vossa caridade,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amando-nos melhor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uns aos outros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participando com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maior solicitude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2327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mistério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vida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 Por 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1009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Pelos que não creem em Deus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 pelos que não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reconhecem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Deus, para que, buscando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lealmente 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é reto, possam chegar ao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Deus verdadeiro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0652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vós criastes todos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os seres humanos e pusestes em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seu coração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desejo de procurar-vos para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que, tendo-vos encontrado, só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vós achassem repouso.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Concedei que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entre as dificuldades deste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mundo, discernindo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os sinais 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bondade 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vendo o testemunho das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boas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9422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obras daqueles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creem em vós, tenham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alegria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proclamar que sois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único Deus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verdadeiro e Pai de todos 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seres humanos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 Por 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7472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Pelos poderes públicos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 por todos 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governantes: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nosso Deus e Senhor, segundo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sua vontade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lhes dirija o espírito e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coração para que todos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possam gozar de verdadeira paz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liberdade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7847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que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tendes na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mão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coração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dos seres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humanos 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direito dos povos, olhai com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bondade aqueles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nos governam. Que por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 graça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 consolidem por toda a terra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segurança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a paz, a prosperidade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das nações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liberdade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75656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religiosa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 Por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0425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10.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Por todos os que sofrem provações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Oremos, irmãos e irmãs, a Deus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todo-poderoso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para que livre 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mundo de todo erro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expulse as doenças e afugente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fome, abra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as prisões e liberte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os cativos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vele pela segurança dos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viajantes e transeuntes,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5481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repatrie os exilados, dê saúde aos doentes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salvação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agonizam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96863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sois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consolação dos aflitos e a força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dos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labutam. Cheguem até vós as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preces dos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clamam em sua aflição,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sejam quais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forem os seus sofrimentos,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 alegrem em suas provações com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socorro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vossa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7656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misericórdia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 Por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8439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11.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Pela pandemia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Oremos, irmãos e irmãs, pelas afetados pela pandemia de COVID-19.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59110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Deus eterno e todo-poderoso,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amparo em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todos os perigos, dirigi o vosso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olhar de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modo propício para nós que, com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fé, vos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suplicamos na tribulação 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concedei descanso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eterno aos defuntos, alívio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aos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choram, saúde aos doentes, paz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aos que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morrem, força aos que trabalham na saúde, sabedoria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aos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95367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governantes e espírito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proximidade a todos,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glorificarmos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juntos o vosso santo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nome. 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Cristo, nosso Senhor.</a:t>
            </a:r>
            <a:endParaRPr lang="pt-BR" sz="3500" dirty="0" smtClean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Amém.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Liturgia da Palavra - </a:t>
            </a:r>
            <a:r>
              <a:rPr lang="pt-BR" sz="1600" b="1" dirty="0">
                <a:solidFill>
                  <a:srgbClr val="F3F3F3"/>
                </a:solidFill>
              </a:rPr>
              <a:t>Oração Universal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34738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Adoração da Cruz</a:t>
            </a:r>
            <a:endParaRPr sz="35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Adoração da Cruz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04166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Apresentação da Cruz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Jesus celebrou sua páscoa, através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uma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morte dolorosa e humilhante,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chegar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à ressurreição gloriosa.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Honrando sua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cruz, adoramos e agradecemos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Jesus por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seu amor. Recordemos também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que hoje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o dia em que fazemos a coleta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em favor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dos Lugares Santos.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Adoração da Cruz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58639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7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1600" b="1" dirty="0">
                <a:solidFill>
                  <a:srgbClr val="F3F3F3"/>
                </a:solidFill>
              </a:rPr>
              <a:t>Adoração da </a:t>
            </a:r>
            <a:r>
              <a:rPr lang="pt-BR" sz="1600" b="1" dirty="0" smtClean="0">
                <a:solidFill>
                  <a:srgbClr val="F3F3F3"/>
                </a:solidFill>
              </a:rPr>
              <a:t>Cruz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485" name="Google Shape;485;p7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  <p:sp>
        <p:nvSpPr>
          <p:cNvPr id="8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pt-BR" sz="35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(O celebrante entoa três </a:t>
            </a:r>
            <a:r>
              <a:rPr lang="pt-BR" sz="3500" i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vezes</a:t>
            </a:r>
          </a:p>
          <a:p>
            <a:pPr marL="0" indent="0" algn="r">
              <a:lnSpc>
                <a:spcPct val="100000"/>
              </a:lnSpc>
              <a:buNone/>
            </a:pPr>
            <a:r>
              <a:rPr lang="pt-BR" sz="3500" i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35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 povo responde)</a:t>
            </a:r>
            <a:endParaRPr lang="pt-BR" sz="3500" i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Eis o lenho da cruz, do qual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pendeu 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salvação do mundo.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Vinde, adoremos!</a:t>
            </a:r>
            <a:endParaRPr lang="pt-BR" sz="3500" dirty="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274990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500" b="1" dirty="0" smtClean="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Comunhão Eucarística</a:t>
            </a:r>
            <a:endParaRPr sz="35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3500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17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Adoração da Cruz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4871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Comunhão Eucarística</a:t>
            </a:r>
            <a:endParaRPr lang="pt-BR" sz="3500" b="1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Hoje, não há oferendas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apresentar ao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Pai, pois não é renovado no altar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sacrifício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 Cruz. Faz-se a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comunhão com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 Pão Eucarístico consagrado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na missa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de ontem.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Comungamos com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Jesus, nosso Cordeiro. Ele se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sacrificou voluntariamente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nos libertar do pecado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Comunhão Eucarística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70690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8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892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É acolhendo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este convite pascal que teremos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força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para passarmos da morte </a:t>
            </a:r>
            <a:r>
              <a:rPr lang="pt-BR" sz="3500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do pecado 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à alegria da ressurreição.</a:t>
            </a:r>
            <a:endParaRPr sz="3500" b="1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68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Comunhão Eucarística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469" name="Google Shape;469;p68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3683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596646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Rito da Comunhão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Rezemos, com amor e confiança,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oração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o Senhor nos ensinou: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Pai nosso que estais nos Céus, santificado seja o Vosso Nome,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venha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 nós o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reino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seja feita a Vossa vontade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253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assim na terra como no Céu. O pão nosso de cada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dia nos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dai hoje; perdoai-nos as nossas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ofensas, assim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como nós perdoamos a quem nos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tem ofendido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, e não nos deixeis cair em 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tentação, mas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livrai-nos do mal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i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(*Após </a:t>
            </a:r>
            <a:r>
              <a:rPr lang="pt-BR" sz="35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 Pai Nosso não se diz </a:t>
            </a:r>
            <a:r>
              <a:rPr lang="pt-BR" sz="3500" i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Amém.)</a:t>
            </a:r>
            <a:endParaRPr lang="pt-BR" sz="3500" i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6097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432707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Livrai-nos de todos os males, ó Pai,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dai-nos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hoje a vossa paz. Ajudados pela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misericórdia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sejamos sempre livres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pecado 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protegidos de todos os perigos,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enquanto, vivendo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esperança,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aguardamos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vinda de Cristo salvador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Vosso é o Reino, o poder e a glória para sempre!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23579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Felizes os convidados para a ceia do Senhor. Eis o Cordeiro de Deus, que tira o pecado do mundo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EFEF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T.</a:t>
            </a:r>
            <a:r>
              <a:rPr lang="pt-BR" sz="3500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Senhor, eu não sou digno de que entreis em minha morada, mas dizei uma palavra e serei salvo</a:t>
            </a:r>
            <a:r>
              <a:rPr lang="pt-BR" sz="3500" b="1" dirty="0" smtClean="0">
                <a:solidFill>
                  <a:srgbClr val="EFEFE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rgbClr val="F3F3F3"/>
                </a:solidFill>
              </a:rPr>
              <a:t>De pé</a:t>
            </a:r>
            <a:endParaRPr sz="1600" b="1">
              <a:solidFill>
                <a:srgbClr val="F3F3F3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2591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451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>
            <a:spLocks noGrp="1"/>
          </p:cNvSpPr>
          <p:nvPr>
            <p:ph type="body" idx="1"/>
          </p:nvPr>
        </p:nvSpPr>
        <p:spPr>
          <a:xfrm>
            <a:off x="251999" y="771750"/>
            <a:ext cx="8640001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 smtClean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>
              <a:lnSpc>
                <a:spcPct val="100000"/>
              </a:lnSpc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COMUNHÃO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pt-BR" sz="3500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i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(Aguardem os padres e ministros</a:t>
            </a:r>
            <a:br>
              <a:rPr lang="pt-BR" sz="3500" i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3500" i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nos seus lugares.)</a:t>
            </a:r>
            <a:endParaRPr lang="pt-BR" sz="3500" i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8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8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</a:t>
            </a:r>
            <a:endParaRPr lang="pt-BR"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5961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OREMOS: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Ó Deus, que nos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renovastes pela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santa morte e ressurreição do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vosso Cristo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conservai em nós a obra de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vossa misericórdia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para que, pela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participação deste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mistério, vos consagremos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sempre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nossa vida. Por Cristo, nosso Senhor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Amém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00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0" name="Google Shape;720;p100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 </a:t>
            </a:r>
            <a:r>
              <a:rPr lang="pt-BR" sz="1600" b="1" dirty="0">
                <a:solidFill>
                  <a:srgbClr val="F3F3F3"/>
                </a:solidFill>
              </a:rPr>
              <a:t>- Depois da Comunhão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1" name="Google Shape;721;p100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 </a:t>
            </a:r>
            <a:r>
              <a:rPr lang="pt-BR" sz="1600" b="1" dirty="0">
                <a:solidFill>
                  <a:srgbClr val="F3F3F3"/>
                </a:solidFill>
              </a:rPr>
              <a:t>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Assim como ontem, também hoje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nossa celebração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não tem um fim. Não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receberemos 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bênção final, mas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somente haverá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uma oração conclusiva sobre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nós. Este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sinal nos recorda que ainda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estamos celebrando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Páscoa, cujo ápice será na celebração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amanhã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à noite, já considerado Domingo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1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8" name="Google Shape;728;p101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 </a:t>
            </a:r>
            <a:r>
              <a:rPr lang="pt-BR" sz="1600" b="1" dirty="0">
                <a:solidFill>
                  <a:srgbClr val="F3F3F3"/>
                </a:solidFill>
              </a:rPr>
              <a:t>- Vivência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29" name="Google Shape;729;p101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 smtClean="0">
                <a:solidFill>
                  <a:srgbClr val="F3F3F3"/>
                </a:solidFill>
              </a:rPr>
              <a:t>Sentados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8" name="Google Shape;718;p100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Páscoa. No Sábado Santo, portanto, somos convidados 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 manter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silêncio e oração,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aguardando 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momento de celebrar a ressurreição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 Senhor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à noite.</a:t>
            </a:r>
            <a:endParaRPr lang="pt-BR"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11948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Oração Sobre o Povo</a:t>
            </a:r>
            <a:endParaRPr lang="pt-BR" sz="35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 a vossa bênção, ó Deus,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desça copiosa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sobre o vosso povo, que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acaba de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celebrar a morte do vosso Filho,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 esperança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sua ressurreição. Venha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vosso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perdão, seja dado o vosso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consolo; cresça 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fé verdadeira e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 </a:t>
            </a:r>
            <a:r>
              <a:rPr lang="pt-BR" sz="1600" b="1" dirty="0">
                <a:solidFill>
                  <a:srgbClr val="F3F3F3"/>
                </a:solidFill>
              </a:rPr>
              <a:t>- </a:t>
            </a:r>
            <a:r>
              <a:rPr lang="pt-BR" sz="1600" b="1" dirty="0">
                <a:solidFill>
                  <a:srgbClr val="F3F3F3"/>
                </a:solidFill>
              </a:rPr>
              <a:t>Oração Sobre o Povo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4"/>
          <p:cNvSpPr txBox="1">
            <a:spLocks noGrp="1"/>
          </p:cNvSpPr>
          <p:nvPr>
            <p:ph type="body" idx="1"/>
          </p:nvPr>
        </p:nvSpPr>
        <p:spPr>
          <a:xfrm>
            <a:off x="252000" y="771750"/>
            <a:ext cx="8640000" cy="396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redenção se confirme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Por Cristo, </a:t>
            </a:r>
            <a:r>
              <a:rPr lang="pt-BR" sz="350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nosso Senhor</a:t>
            </a:r>
            <a:r>
              <a:rPr lang="pt-BR" sz="35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pt-BR" sz="3500" dirty="0" smtClea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 sz="35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</a:t>
            </a:r>
            <a:r>
              <a:rPr lang="pt-BR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m.</a:t>
            </a:r>
          </a:p>
          <a:p>
            <a:pPr marL="0" lvl="0" indent="0" algn="r">
              <a:lnSpc>
                <a:spcPct val="100000"/>
              </a:lnSpc>
              <a:spcBef>
                <a:spcPts val="1600"/>
              </a:spcBef>
              <a:buNone/>
            </a:pPr>
            <a:r>
              <a:rPr lang="pt-BR" sz="3500" i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(Todos se retiram em silêncio</a:t>
            </a:r>
            <a:r>
              <a:rPr lang="pt-BR" sz="3500" i="1" dirty="0" smtClean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.)</a:t>
            </a:r>
            <a:endParaRPr sz="35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04"/>
          <p:cNvSpPr/>
          <p:nvPr/>
        </p:nvSpPr>
        <p:spPr>
          <a:xfrm>
            <a:off x="0" y="0"/>
            <a:ext cx="9144000" cy="54000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2" name="Google Shape;752;p104"/>
          <p:cNvSpPr txBox="1"/>
          <p:nvPr/>
        </p:nvSpPr>
        <p:spPr>
          <a:xfrm>
            <a:off x="252000" y="87750"/>
            <a:ext cx="54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600" b="1" dirty="0">
                <a:solidFill>
                  <a:srgbClr val="F3F3F3"/>
                </a:solidFill>
              </a:rPr>
              <a:t>Comunhão Eucarística </a:t>
            </a:r>
            <a:r>
              <a:rPr lang="pt-BR" sz="1600" b="1" dirty="0">
                <a:solidFill>
                  <a:srgbClr val="F3F3F3"/>
                </a:solidFill>
              </a:rPr>
              <a:t>- </a:t>
            </a:r>
            <a:r>
              <a:rPr lang="pt-BR" sz="1600" b="1" dirty="0">
                <a:solidFill>
                  <a:srgbClr val="F3F3F3"/>
                </a:solidFill>
              </a:rPr>
              <a:t>Oração Sobre o Povo</a:t>
            </a:r>
            <a:endParaRPr sz="1600" b="1" dirty="0">
              <a:solidFill>
                <a:srgbClr val="F3F3F3"/>
              </a:solidFill>
            </a:endParaRPr>
          </a:p>
        </p:txBody>
      </p:sp>
      <p:sp>
        <p:nvSpPr>
          <p:cNvPr id="753" name="Google Shape;753;p104"/>
          <p:cNvSpPr txBox="1"/>
          <p:nvPr/>
        </p:nvSpPr>
        <p:spPr>
          <a:xfrm>
            <a:off x="6732000" y="90000"/>
            <a:ext cx="216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3F3F3"/>
                </a:solidFill>
              </a:rPr>
              <a:t>De pé</a:t>
            </a:r>
            <a:endParaRPr sz="1600" b="1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66138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2113</TotalTime>
  <Words>6167</Words>
  <Application>Microsoft Office PowerPoint</Application>
  <PresentationFormat>Apresentação na tela (16:9)</PresentationFormat>
  <Paragraphs>491</Paragraphs>
  <Slides>120</Slides>
  <Notes>120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120</vt:i4>
      </vt:variant>
    </vt:vector>
  </HeadingPairs>
  <TitlesOfParts>
    <vt:vector size="124" baseType="lpstr">
      <vt:lpstr>Arial</vt:lpstr>
      <vt:lpstr>Calibri</vt:lpstr>
      <vt:lpstr>Cambria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</dc:creator>
  <cp:lastModifiedBy>Ale</cp:lastModifiedBy>
  <cp:revision>333</cp:revision>
  <dcterms:modified xsi:type="dcterms:W3CDTF">2021-04-02T08:22:04Z</dcterms:modified>
</cp:coreProperties>
</file>
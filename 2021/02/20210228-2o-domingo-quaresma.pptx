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0"/>
  </p:notesMasterIdLst>
  <p:sldIdLst>
    <p:sldId id="256" r:id="rId2"/>
    <p:sldId id="257" r:id="rId3"/>
    <p:sldId id="258" r:id="rId4"/>
    <p:sldId id="259" r:id="rId5"/>
    <p:sldId id="260" r:id="rId6"/>
    <p:sldId id="261" r:id="rId7"/>
    <p:sldId id="429" r:id="rId8"/>
    <p:sldId id="264" r:id="rId9"/>
    <p:sldId id="265" r:id="rId10"/>
    <p:sldId id="266" r:id="rId11"/>
    <p:sldId id="267" r:id="rId12"/>
    <p:sldId id="410" r:id="rId13"/>
    <p:sldId id="268" r:id="rId14"/>
    <p:sldId id="605" r:id="rId15"/>
    <p:sldId id="625" r:id="rId16"/>
    <p:sldId id="556" r:id="rId17"/>
    <p:sldId id="269" r:id="rId18"/>
    <p:sldId id="626" r:id="rId19"/>
    <p:sldId id="477" r:id="rId20"/>
    <p:sldId id="278" r:id="rId21"/>
    <p:sldId id="358" r:id="rId22"/>
    <p:sldId id="537" r:id="rId23"/>
    <p:sldId id="607" r:id="rId24"/>
    <p:sldId id="608" r:id="rId25"/>
    <p:sldId id="609" r:id="rId26"/>
    <p:sldId id="411" r:id="rId27"/>
    <p:sldId id="282" r:id="rId28"/>
    <p:sldId id="471" r:id="rId29"/>
    <p:sldId id="599" r:id="rId30"/>
    <p:sldId id="627" r:id="rId31"/>
    <p:sldId id="628" r:id="rId32"/>
    <p:sldId id="629" r:id="rId33"/>
    <p:sldId id="288" r:id="rId34"/>
    <p:sldId id="437" r:id="rId35"/>
    <p:sldId id="304" r:id="rId36"/>
    <p:sldId id="305" r:id="rId37"/>
    <p:sldId id="369" r:id="rId38"/>
    <p:sldId id="611" r:id="rId39"/>
    <p:sldId id="612" r:id="rId40"/>
    <p:sldId id="582" r:id="rId41"/>
    <p:sldId id="310" r:id="rId42"/>
    <p:sldId id="311" r:id="rId43"/>
    <p:sldId id="312" r:id="rId44"/>
    <p:sldId id="547" r:id="rId45"/>
    <p:sldId id="314" r:id="rId46"/>
    <p:sldId id="630" r:id="rId47"/>
    <p:sldId id="631" r:id="rId48"/>
    <p:sldId id="632" r:id="rId49"/>
    <p:sldId id="633" r:id="rId50"/>
    <p:sldId id="375" r:id="rId51"/>
    <p:sldId id="377" r:id="rId52"/>
    <p:sldId id="320" r:id="rId53"/>
    <p:sldId id="321" r:id="rId54"/>
    <p:sldId id="322" r:id="rId55"/>
    <p:sldId id="323" r:id="rId56"/>
    <p:sldId id="378" r:id="rId57"/>
    <p:sldId id="379" r:id="rId58"/>
    <p:sldId id="587" r:id="rId59"/>
    <p:sldId id="484" r:id="rId60"/>
    <p:sldId id="381" r:id="rId61"/>
    <p:sldId id="588" r:id="rId62"/>
    <p:sldId id="618" r:id="rId63"/>
    <p:sldId id="617" r:id="rId64"/>
    <p:sldId id="391" r:id="rId65"/>
    <p:sldId id="392" r:id="rId66"/>
    <p:sldId id="393" r:id="rId67"/>
    <p:sldId id="591" r:id="rId68"/>
    <p:sldId id="525" r:id="rId69"/>
    <p:sldId id="592" r:id="rId70"/>
    <p:sldId id="619" r:id="rId71"/>
    <p:sldId id="620" r:id="rId72"/>
    <p:sldId id="621" r:id="rId73"/>
    <p:sldId id="623" r:id="rId74"/>
    <p:sldId id="400" r:id="rId75"/>
    <p:sldId id="401" r:id="rId76"/>
    <p:sldId id="402" r:id="rId77"/>
    <p:sldId id="403" r:id="rId78"/>
    <p:sldId id="404" r:id="rId79"/>
    <p:sldId id="405" r:id="rId80"/>
    <p:sldId id="406" r:id="rId81"/>
    <p:sldId id="487" r:id="rId82"/>
    <p:sldId id="488" r:id="rId83"/>
    <p:sldId id="408" r:id="rId84"/>
    <p:sldId id="407" r:id="rId85"/>
    <p:sldId id="409" r:id="rId86"/>
    <p:sldId id="343" r:id="rId87"/>
    <p:sldId id="344" r:id="rId88"/>
    <p:sldId id="352" r:id="rId89"/>
    <p:sldId id="347" r:id="rId90"/>
    <p:sldId id="490" r:id="rId91"/>
    <p:sldId id="597" r:id="rId92"/>
    <p:sldId id="598" r:id="rId93"/>
    <p:sldId id="560" r:id="rId94"/>
    <p:sldId id="353" r:id="rId95"/>
    <p:sldId id="634" r:id="rId96"/>
    <p:sldId id="635" r:id="rId97"/>
    <p:sldId id="636" r:id="rId98"/>
    <p:sldId id="637" r:id="rId9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  <a:srgbClr val="A365D1"/>
    <a:srgbClr val="893BC3"/>
    <a:srgbClr val="0099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>
      <p:cViewPr varScale="1">
        <p:scale>
          <a:sx n="98" d="100"/>
          <a:sy n="98" d="100"/>
        </p:scale>
        <p:origin x="474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594082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64713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89709dbf6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89709dbf6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5716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89709dbf69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89709dbf69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28276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8a242b1969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8a242b1969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05949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89709dbf69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89709dbf69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0209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89709dbf69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89709dbf69_1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273977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89709dbf69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89709dbf69_1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966980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898b97a525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898b97a525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829478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898b97a525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898b97a525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206887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898b97a525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898b97a525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89964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898b97a525_2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898b97a525_2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02860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898b97a525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898b97a525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44537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898b97a525_2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898b97a525_2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33330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98b97a525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98b97a525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69406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98b97a525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98b97a525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37991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98b97a525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98b97a525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62599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98b97a525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98b97a525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23727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98b97a525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98b97a525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70690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898b97a525_2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898b97a525_2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40561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42900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31100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84267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31309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23972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96603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55553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88a65153c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88a65153c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59904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88a65153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88a65153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06876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88a65153c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88a65153c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04165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88a65153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88a65153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274826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88a65153c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88a65153c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72683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88a65153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88a65153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160314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88a65153c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88a65153c3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443081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88a65153c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88a65153c3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449371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88a65153c3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88a65153c3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338635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387296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761855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740308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590778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777056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88a65153c3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88a65153c3_0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686605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88a65153c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88a65153c3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629187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88a65153c3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88a65153c3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370553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88a65153c3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88a65153c3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872612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8a65153c3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8a65153c3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61384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8a65153c3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8a65153c3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410736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8a65153c3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8a65153c3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036114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8a65153c3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8a65153c3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507448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8a65153c3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8a65153c3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214341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8a65153c3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8a65153c3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542005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8a65153c3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8a65153c3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788775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8a242b1969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8a242b1969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303069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8adaa5bc0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8adaa5bc0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813896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8adaa5bc0d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8adaa5bc0d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884303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973148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979833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498989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950317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8cda3270e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8cda3270e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950048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310841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654880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59301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83655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3995510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529054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4864668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04356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005592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175077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496805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03879000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29905338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780925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349460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173003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511667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1105492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4633124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5387288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6117012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8c3aae26e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8c3aae26e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0373379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8adaa5bc0d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8adaa5bc0d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5941598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7368195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8903058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6219054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8adaa5bc0d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8adaa5bc0d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9504889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8adaa5bc0d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8adaa5bc0d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7147016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8adaa5bc0d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8adaa5bc0d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46261939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adaa5bc0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adaa5bc0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22938887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adaa5bc0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adaa5bc0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11010258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adaa5bc0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adaa5bc0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0064334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adaa5bc0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adaa5bc0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19173590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adaa5bc0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adaa5bc0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4110202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8adaa5bc0d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8adaa5bc0d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8695246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adaa5bc0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adaa5bc0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8178438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adaa5bc0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adaa5bc0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5110196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adaa5bc0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adaa5bc0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24472965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adaa5bc0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adaa5bc0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84605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“... necessito de sacrifício repleto de amor, porque apenas este tem valor diante de Mim. Grandes são as dívidas contraídas pelo Mundo diante de Mim. Podem pagá-las as almas puras, pelo seu sacrifício, praticando a misericórdia em espírito”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1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Reflexão do Diário de Santa Faustina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Nº 1316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3500" b="1" dirty="0" smtClean="0">
              <a:solidFill>
                <a:srgbClr val="33CC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b="1" dirty="0">
                <a:solidFill>
                  <a:srgbClr val="A365D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pt-BR" sz="3500" b="1" dirty="0" smtClean="0">
                <a:solidFill>
                  <a:srgbClr val="A365D1"/>
                </a:solidFill>
                <a:latin typeface="Calibri"/>
                <a:ea typeface="Calibri"/>
                <a:cs typeface="Calibri"/>
                <a:sym typeface="Calibri"/>
              </a:rPr>
              <a:t>º Domingo da Quaresma</a:t>
            </a:r>
            <a:endParaRPr sz="3500" b="1" dirty="0">
              <a:solidFill>
                <a:srgbClr val="A365D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7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" name="Google Shape;76;p17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7" name="Google Shape;77;p17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Igreja, em sua caminhada quaresmal rumo à Pascoa, é chamada nesta liturgia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transfigurar-se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ou seja, relevar a glória de Deus a todos aqueles a quem o Senhor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nos enviar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como aconteceu com Abraão, Paulo, Pedro, Tiago e João. E hoje, nesta celebração, acontece com cada um de nós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75;p17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76;p17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77;p17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Abramos portanto o nosso coração ao Senhor, para que ele nos transfigure com sua glória e nos envie a irradiar a luz de sua presença.</a:t>
            </a:r>
          </a:p>
        </p:txBody>
      </p:sp>
      <p:sp>
        <p:nvSpPr>
          <p:cNvPr id="6" name="Google Shape;75;p17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76;p17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77;p17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5365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ESSA MISSA SERÁ CELEBRADA PELAS SEGUINTES INTENÇÕES</a:t>
            </a: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75;p17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76;p17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77;p17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Saudação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Em nome do Pai e do Filho e do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Espírito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Santo.</a:t>
            </a:r>
            <a:endParaRPr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3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0" name="Google Shape;120;p23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 - Saudação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121" name="Google Shape;121;p23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>
            <a:spLocks noGrp="1"/>
          </p:cNvSpPr>
          <p:nvPr>
            <p:ph type="body" idx="1"/>
          </p:nvPr>
        </p:nvSpPr>
        <p:spPr>
          <a:xfrm>
            <a:off x="252000" y="751202"/>
            <a:ext cx="8789258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graça de nosso Senhor Jesus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Cristo, 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amor do Pai e a comunhão do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Espírito Santo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estejam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convosco.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Bendito seja Deus que nos reuniu no amor de Cristo.</a:t>
            </a: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8" name="Google Shape;128;p2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 - Saudação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129" name="Google Shape;129;p2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Antífona da Entrada (</a:t>
            </a:r>
            <a:r>
              <a:rPr lang="pt-BR" sz="3500" b="1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Sl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26,8-9)</a:t>
            </a:r>
            <a:endParaRPr lang="pt-BR" sz="3500" b="1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Meu coração disse: Senhor, buscarei 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vossa face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 É vossa face, Senhor, que eu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procuro, não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desvieis de mim o vosso rosto!</a:t>
            </a: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3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3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Ritos Iniciais - Antífona da Entrada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121" name="Google Shape;121;p23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157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758436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Ato Penitencial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Senhor Jesus, que nos convida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à mesa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da Palavra e da Eucaristia,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nos chama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à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conversão. Reconheçamos ser pecadores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invoquemos com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confiança 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misericórdia do Pai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3500" i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(Momento de </a:t>
            </a:r>
            <a:r>
              <a:rPr lang="pt-BR" sz="3500" i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silêncio)</a:t>
            </a:r>
          </a:p>
        </p:txBody>
      </p:sp>
      <p:sp>
        <p:nvSpPr>
          <p:cNvPr id="135" name="Google Shape;135;p2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5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Ritos Iniciais - Ato Penitencial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137" name="Google Shape;137;p2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6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Ritos Iniciais - Ato Penitencial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  <p:sp>
        <p:nvSpPr>
          <p:cNvPr id="11" name="Google Shape;134;p2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758436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Confessemos os nossos pecados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lang="pt-BR"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Confesso a Deus todo-poderoso e 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vós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irmãos e irmãs, que pequei 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muitas vezes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por pensamentos e palavras, 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atos e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omissões, por minha culpa, minha tão grande culpa. E peço à Virgem Maria, 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aos anjos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santos e a vós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6027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6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Ritos Iniciais - Ato Penitencial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  <p:sp>
        <p:nvSpPr>
          <p:cNvPr id="11" name="Google Shape;134;p2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758436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irmãos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irmãs, que rogueis por mim a Deus, nosso Senhor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</a:p>
        </p:txBody>
      </p:sp>
    </p:spTree>
    <p:extLst>
      <p:ext uri="{BB962C8B-B14F-4D97-AF65-F5344CB8AC3E}">
        <p14:creationId xmlns:p14="http://schemas.microsoft.com/office/powerpoint/2010/main" val="145477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Deus todo-poderoso tenha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compaixão de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nós, perdoe os nossos pecados 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nos conduza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à vida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eterna.</a:t>
            </a:r>
            <a:endParaRPr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6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6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Ritos Iniciais - Ato Penitencial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761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6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Ritos Iniciais - Ato Penitencial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  <p:sp>
        <p:nvSpPr>
          <p:cNvPr id="11" name="Google Shape;134;p2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758436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Senhor, tende piedade de nós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Senhor, tende piedade de nós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8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Cristo, tende piedade de nós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Cristo, tende piedade de nós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0" lvl="0" indent="0">
              <a:lnSpc>
                <a:spcPct val="100000"/>
              </a:lnSpc>
              <a:spcBef>
                <a:spcPts val="18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Senhor, tende piedade de nós.</a:t>
            </a:r>
            <a:endParaRPr lang="pt-BR"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Senhor, tende piedade de nós.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6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Ritos Iniciais - Oração</a:t>
            </a:r>
          </a:p>
        </p:txBody>
      </p:sp>
      <p:sp>
        <p:nvSpPr>
          <p:cNvPr id="145" name="Google Shape;145;p26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  <p:sp>
        <p:nvSpPr>
          <p:cNvPr id="11" name="Google Shape;134;p2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758436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OREMOS: Ó Deus, que nos mandastes ouvir o vosso Filho amado, alimentai nosso espírito com a vossa palavra, para que, purificado o olhar de nossa fé, nos alegremos com a visão da vossa glória. Por nosso Senhor Jesus Cristo, vosso Filho, na unidade do Espírito Santo.</a:t>
            </a:r>
            <a:endParaRPr lang="pt-BR"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</a:p>
        </p:txBody>
      </p:sp>
    </p:spTree>
    <p:extLst>
      <p:ext uri="{BB962C8B-B14F-4D97-AF65-F5344CB8AC3E}">
        <p14:creationId xmlns:p14="http://schemas.microsoft.com/office/powerpoint/2010/main" val="15898037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4409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Quem ouve com atenção a Palavra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Deus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resplandece a presença do Senhor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em qualquer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lugar.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2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Liturgia da </a:t>
            </a:r>
            <a:r>
              <a:rPr lang="pt-BR" sz="1600" b="1" dirty="0" smtClean="0">
                <a:solidFill>
                  <a:srgbClr val="F3F3F3"/>
                </a:solidFill>
              </a:rPr>
              <a:t>Palavra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213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Primeira Leitura (</a:t>
            </a:r>
            <a:r>
              <a:rPr lang="pt-BR" sz="3500" b="1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Gn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22,1-2.9a.10-13.15-18)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Leitura do Livro do Gênesis</a:t>
            </a:r>
            <a:endParaRPr sz="3500" b="1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Naqueles dias,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Deus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pôs Abraão à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prova. Chamando-o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disse: “Abraão!” 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ele respondeu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 “Aqui estou”.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Deus disse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 “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Toma teu filho único, Isaac, a quem tanto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amas, dirige-te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à terra de Moriá, e oferece-o aí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em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Primeira Leitura (</a:t>
            </a:r>
            <a:r>
              <a:rPr lang="pt-BR" sz="1600" b="1" dirty="0" err="1">
                <a:solidFill>
                  <a:srgbClr val="F3F3F3"/>
                </a:solidFill>
              </a:rPr>
              <a:t>Gn</a:t>
            </a:r>
            <a:r>
              <a:rPr lang="pt-BR" sz="1600" b="1" dirty="0">
                <a:solidFill>
                  <a:srgbClr val="F3F3F3"/>
                </a:solidFill>
              </a:rPr>
              <a:t> 22,1-2.9a.10-13.15-18)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213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37191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holocausto sobre um monte que eu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te indicar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”.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Chegados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lugar indicado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por Deus, Abraão ergueu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um altar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colocou a lenha em cima,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amarrou 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filho e o pôs sobre 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lenha em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cima do altar.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Depois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estendeu 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mão, empunhando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faca para sacrificar o filho.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eis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o anjo do Senhor gritou do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céu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Primeira Leitura (</a:t>
            </a:r>
            <a:r>
              <a:rPr lang="pt-BR" sz="1600" b="1" dirty="0" err="1">
                <a:solidFill>
                  <a:srgbClr val="F3F3F3"/>
                </a:solidFill>
              </a:rPr>
              <a:t>Gn</a:t>
            </a:r>
            <a:r>
              <a:rPr lang="pt-BR" sz="1600" b="1" dirty="0">
                <a:solidFill>
                  <a:srgbClr val="F3F3F3"/>
                </a:solidFill>
              </a:rPr>
              <a:t> 22,1-2.9a.10-13.15-18)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5133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dizendo: “Abraão! Abraão!” Ele respondeu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 “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Aqui estou!”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anjo lhe disse: “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Não estendas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mão contra teu filho e não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lhe faças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nenhum mal! Agora sei que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temes a Deus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pois não me recusaste teu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filho único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”.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Abraão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erguendo os olhos, viu um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carneiro preso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num espinheiro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pelos chifres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;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foi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Primeira Leitura (</a:t>
            </a:r>
            <a:r>
              <a:rPr lang="pt-BR" sz="1600" b="1" dirty="0" err="1">
                <a:solidFill>
                  <a:srgbClr val="F3F3F3"/>
                </a:solidFill>
              </a:rPr>
              <a:t>Gn</a:t>
            </a:r>
            <a:r>
              <a:rPr lang="pt-BR" sz="1600" b="1" dirty="0">
                <a:solidFill>
                  <a:srgbClr val="F3F3F3"/>
                </a:solidFill>
              </a:rPr>
              <a:t> 22,1-2.9a.10-13.15-18)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7974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buscá-lo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ofereceu-o em holocausto no lugar do seu filho.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anjo do Senhor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chamou Abraão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pela segunda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vez, do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céu,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lhe disse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 “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Juro por mim mesmo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oráculo do Senhor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-,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uma vez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agiste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deste modo e não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me recusaste teu filho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único,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eu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te abençoarei 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tornarei tão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numerosa tua descendência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como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Primeira Leitura (</a:t>
            </a:r>
            <a:r>
              <a:rPr lang="pt-BR" sz="1600" b="1" dirty="0" err="1">
                <a:solidFill>
                  <a:srgbClr val="F3F3F3"/>
                </a:solidFill>
              </a:rPr>
              <a:t>Gn</a:t>
            </a:r>
            <a:r>
              <a:rPr lang="pt-BR" sz="1600" b="1" dirty="0">
                <a:solidFill>
                  <a:srgbClr val="F3F3F3"/>
                </a:solidFill>
              </a:rPr>
              <a:t> 22,1-2.9a.10-13.15-18)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91862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as estrelas do céu e como as areias da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praia do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mar. Teus descendentes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conquistarão as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cidades dos inimigos.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Por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tua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descendência serão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abençoadas todas as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nações da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terra, porque me obedeceste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”.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Palavra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 Senhor.</a:t>
            </a:r>
          </a:p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Graças a Deus.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Primeira Leitura (</a:t>
            </a:r>
            <a:r>
              <a:rPr lang="pt-BR" sz="1600" b="1" dirty="0" err="1">
                <a:solidFill>
                  <a:srgbClr val="F3F3F3"/>
                </a:solidFill>
              </a:rPr>
              <a:t>Gn</a:t>
            </a:r>
            <a:r>
              <a:rPr lang="pt-BR" sz="1600" b="1" dirty="0">
                <a:solidFill>
                  <a:srgbClr val="F3F3F3"/>
                </a:solidFill>
              </a:rPr>
              <a:t> 22,1-2.9a.10-13.15-18)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6691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Salmo Responsorial [</a:t>
            </a:r>
            <a:r>
              <a:rPr lang="pt-BR" sz="3500" b="1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Sl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115(116B)]</a:t>
            </a:r>
          </a:p>
          <a:p>
            <a:pPr marL="0" lvl="0" indent="0" algn="ctr">
              <a:lnSpc>
                <a:spcPct val="100000"/>
              </a:lnSpc>
              <a:spcBef>
                <a:spcPts val="1600"/>
              </a:spcBef>
              <a:buNone/>
            </a:pPr>
            <a:endParaRPr lang="pt-BR" sz="3500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REFRÃO: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Andarei na presença de 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Deus,</a:t>
            </a:r>
            <a:b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junto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ele na terra dos vivos.</a:t>
            </a:r>
          </a:p>
        </p:txBody>
      </p:sp>
      <p:sp>
        <p:nvSpPr>
          <p:cNvPr id="211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[</a:t>
            </a:r>
            <a:r>
              <a:rPr lang="pt-BR" sz="1600" b="1" dirty="0" err="1">
                <a:solidFill>
                  <a:srgbClr val="F3F3F3"/>
                </a:solidFill>
              </a:rPr>
              <a:t>Sl</a:t>
            </a:r>
            <a:r>
              <a:rPr lang="pt-BR" sz="1600" b="1" dirty="0">
                <a:solidFill>
                  <a:srgbClr val="F3F3F3"/>
                </a:solidFill>
              </a:rPr>
              <a:t> 115(116B)]</a:t>
            </a:r>
          </a:p>
        </p:txBody>
      </p:sp>
      <p:sp>
        <p:nvSpPr>
          <p:cNvPr id="213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58768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Guardei a minha fé, mesmo dizendo: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* “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É demais 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sofrimento em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minha vida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!” É sentida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por demais pelo Senhor *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morte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seus santos, seus amigos.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[</a:t>
            </a:r>
            <a:r>
              <a:rPr lang="pt-BR" sz="1600" b="1" dirty="0" err="1">
                <a:solidFill>
                  <a:srgbClr val="F3F3F3"/>
                </a:solidFill>
              </a:rPr>
              <a:t>Sl</a:t>
            </a:r>
            <a:r>
              <a:rPr lang="pt-BR" sz="1600" b="1" dirty="0">
                <a:solidFill>
                  <a:srgbClr val="F3F3F3"/>
                </a:solidFill>
              </a:rPr>
              <a:t> 115(116B)]</a:t>
            </a: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REFRÃO: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Andarei na presença de 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Deus,</a:t>
            </a:r>
            <a:b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junto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ele na terra dos vivos.</a:t>
            </a: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[</a:t>
            </a:r>
            <a:r>
              <a:rPr lang="pt-BR" sz="1600" b="1" dirty="0" err="1">
                <a:solidFill>
                  <a:srgbClr val="F3F3F3"/>
                </a:solidFill>
              </a:rPr>
              <a:t>Sl</a:t>
            </a:r>
            <a:r>
              <a:rPr lang="pt-BR" sz="1600" b="1" dirty="0">
                <a:solidFill>
                  <a:srgbClr val="F3F3F3"/>
                </a:solidFill>
              </a:rPr>
              <a:t> 115(116B)]</a:t>
            </a: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7247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Eis que sou o vosso servo, ó Senhor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pt-BR" sz="3200" b="1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†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vosso servo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nasceu de vossa serva; * mas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me quebrastes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os grilhões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da escravidão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! Por isso oferto um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sacrifício de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louvor, * invocando o nome santo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 Senhor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[</a:t>
            </a:r>
            <a:r>
              <a:rPr lang="pt-BR" sz="1600" b="1" dirty="0" err="1">
                <a:solidFill>
                  <a:srgbClr val="F3F3F3"/>
                </a:solidFill>
              </a:rPr>
              <a:t>Sl</a:t>
            </a:r>
            <a:r>
              <a:rPr lang="pt-BR" sz="1600" b="1" dirty="0">
                <a:solidFill>
                  <a:srgbClr val="F3F3F3"/>
                </a:solidFill>
              </a:rPr>
              <a:t> 115(116B)]</a:t>
            </a: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44224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REFRÃO: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Andarei na presença de 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Deus,</a:t>
            </a:r>
            <a:b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junto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ele na terra dos vivos.</a:t>
            </a: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[</a:t>
            </a:r>
            <a:r>
              <a:rPr lang="pt-BR" sz="1600" b="1" dirty="0" err="1">
                <a:solidFill>
                  <a:srgbClr val="F3F3F3"/>
                </a:solidFill>
              </a:rPr>
              <a:t>Sl</a:t>
            </a:r>
            <a:r>
              <a:rPr lang="pt-BR" sz="1600" b="1" dirty="0">
                <a:solidFill>
                  <a:srgbClr val="F3F3F3"/>
                </a:solidFill>
              </a:rPr>
              <a:t> 115(116B)]</a:t>
            </a: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61103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Vou cumprir minhas promessas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ao Senhor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* na presença de seu povo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reunido; nos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átrios da casa do Senhor, * em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teu meio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ó cidade de Sião!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[</a:t>
            </a:r>
            <a:r>
              <a:rPr lang="pt-BR" sz="1600" b="1" dirty="0" err="1">
                <a:solidFill>
                  <a:srgbClr val="F3F3F3"/>
                </a:solidFill>
              </a:rPr>
              <a:t>Sl</a:t>
            </a:r>
            <a:r>
              <a:rPr lang="pt-BR" sz="1600" b="1" dirty="0">
                <a:solidFill>
                  <a:srgbClr val="F3F3F3"/>
                </a:solidFill>
              </a:rPr>
              <a:t> 115(116B)]</a:t>
            </a: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11524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REFRÃO: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Andarei na presença de 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Deus,</a:t>
            </a:r>
            <a:b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junto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ele na terra dos vivos.</a:t>
            </a: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[</a:t>
            </a:r>
            <a:r>
              <a:rPr lang="pt-BR" sz="1600" b="1" dirty="0" err="1">
                <a:solidFill>
                  <a:srgbClr val="F3F3F3"/>
                </a:solidFill>
              </a:rPr>
              <a:t>Sl</a:t>
            </a:r>
            <a:r>
              <a:rPr lang="pt-BR" sz="1600" b="1" dirty="0">
                <a:solidFill>
                  <a:srgbClr val="F3F3F3"/>
                </a:solidFill>
              </a:rPr>
              <a:t> 115(116B)]</a:t>
            </a: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87294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Clr>
                <a:schemeClr val="dk1"/>
              </a:buClr>
              <a:buSzPts val="1100"/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Segunda 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Leitura (</a:t>
            </a:r>
            <a:r>
              <a:rPr lang="pt-BR" sz="3500" b="1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Rm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8,31b-34)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Leitura da Carta de São Paulo aos Romanos</a:t>
            </a: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Irmãos: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Deus é por nós, quem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será contra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nós?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Deus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não poupou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seu próprio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filho, mas o entregou por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todos nós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como não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nos daria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tudo junto com ele?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Quem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acusará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os escolhidos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Deus? Deus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que 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declara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4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4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Segunda Leitura (</a:t>
            </a:r>
            <a:r>
              <a:rPr lang="pt-BR" sz="1600" b="1" dirty="0" err="1">
                <a:solidFill>
                  <a:srgbClr val="F3F3F3"/>
                </a:solidFill>
              </a:rPr>
              <a:t>Rm</a:t>
            </a:r>
            <a:r>
              <a:rPr lang="pt-BR" sz="1600" b="1" dirty="0">
                <a:solidFill>
                  <a:srgbClr val="F3F3F3"/>
                </a:solidFill>
              </a:rPr>
              <a:t> 8,31b-34)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293" name="Google Shape;293;p4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justos?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Quem condenará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? Jesus Cristo,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morreu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mais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ainda, que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ressuscitou, e está à direita de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Deus, intercedendo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por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nós?</a:t>
            </a:r>
          </a:p>
          <a:p>
            <a:pPr marL="0" indent="0">
              <a:lnSpc>
                <a:spcPct val="100000"/>
              </a:lnSpc>
              <a:buClr>
                <a:schemeClr val="dk1"/>
              </a:buClr>
              <a:buSzPts val="1100"/>
              <a:buNone/>
            </a:pP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Palavra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 Senhor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0" indent="0">
              <a:lnSpc>
                <a:spcPct val="100000"/>
              </a:lnSpc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Graças a Deus.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91;p4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92;p4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Segunda Leitura (</a:t>
            </a:r>
            <a:r>
              <a:rPr lang="pt-BR" sz="1600" b="1" dirty="0" err="1">
                <a:solidFill>
                  <a:srgbClr val="F3F3F3"/>
                </a:solidFill>
              </a:rPr>
              <a:t>Rm</a:t>
            </a:r>
            <a:r>
              <a:rPr lang="pt-BR" sz="1600" b="1" dirty="0">
                <a:solidFill>
                  <a:srgbClr val="F3F3F3"/>
                </a:solidFill>
              </a:rPr>
              <a:t> 8,31b-34)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93;p4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17216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Evangelho (Mc 9,2-10)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Senhor esteja convosco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Ele está no meio de 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nós.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600" b="1" spc="-1" dirty="0" smtClean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†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Proclamação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 Evangelho de Jesus Cristo segundo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Marcos.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Glória a vós, Senhor.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(Mc 9,2-10)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NAQUELE TEMPO,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Jesus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tomou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consigo Pedro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Tiago e João, e os levou sozinhos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um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lugar à parte sobre uma alta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montanha. 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transfigurou-se diante deles. Suas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roupas ficaram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brilhantes e tão brancas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como nenhuma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lavadeira sobre a terra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poderia alvejar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Apareceram-lhe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Elias 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Moisés,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(Mc 9,2-10)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40593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estavam conversando com Jesus.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Então Pedro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tomou a palavra e disse a Jesus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 “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Mestre, é bom ficarmos aqui. Vamos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fazer três tendas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 uma para ti, outra para Moisés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outra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para Elias”.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Pedro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não sabia 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dizer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pois estavam todos com muito medo.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Então desceu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uma nuvem e 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encobriu com sua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(Mc 9,2-10)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54996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sombra. E da nuvem saiu uma voz: “Este é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meu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Filho amado. Escutai 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ele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diz!”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de repente, olhando em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volta, não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viram mais ninguém, a não ser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somente Jesus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eles. Ao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descerem da montanha, Jesus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ordenou que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não contassem a ninguém o que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tinham visto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até que 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Filho do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Homem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tivesse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(Mc 9,2-10)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62857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ressuscitado dos mortos. Eles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observaram essa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ordem, mas comentavam entre si 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queria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dizer “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ressuscitar dos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mortos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”.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Palavra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da Salvação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Glória a vós, Senhor.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(Mc 9,2-10)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75498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Profissão de Fé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Creio em Deus Pai todo-poderoso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criador do céu e da terra. / E em Jesus Cristo, seu único Filho, nosso Senhor, / que foi concebido pelo poder do Espírito Santo; / nasceu da Virgem Maria; / padeceu sob </a:t>
            </a:r>
            <a:r>
              <a:rPr lang="pt-BR" sz="3500" b="1" dirty="0" err="1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Pôncio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Pilatos, / foi crucificado, morto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6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Profissão de Fé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69" name="Google Shape;469;p6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9"/>
          <p:cNvSpPr txBox="1">
            <a:spLocks noGrp="1"/>
          </p:cNvSpPr>
          <p:nvPr>
            <p:ph type="body" idx="1"/>
          </p:nvPr>
        </p:nvSpPr>
        <p:spPr>
          <a:xfrm>
            <a:off x="252000" y="566270"/>
            <a:ext cx="8892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sepultado. / Desceu à mansão dos mortos;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/ ressuscitou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ao terceiro dia; / subiu aos céus; / está sentado à direita de Deus Pai todo- poderoso, / donde há de vir a julgar os vivos e os mortos. / Creio no Espírito Santo; / na Santa Igreja Católica; / na comunhão dos santos; / na remissão dos pecados; / na ressurreição da carne; / na vida eterna. / Amém.</a:t>
            </a:r>
            <a:endParaRPr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69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69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Profissão de Fé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77" name="Google Shape;477;p69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7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7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Preces da Comunidade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85" name="Google Shape;485;p7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  <p:sp>
        <p:nvSpPr>
          <p:cNvPr id="8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Preces da Comunidade</a:t>
            </a:r>
            <a:endParaRPr lang="pt-BR" sz="3500" b="1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Transformados pela Palavra de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Deus que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ouvimos nesta liturgia, inclinemos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no coração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do Senhor nossas preces e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digamos: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Transfigurai-nos, Senhor!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527499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Senhor, que a Igreja, renovada pela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vossa graça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perceba sempre a necessidade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 ser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samaritana iluminando o mundo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com a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luz de Cristo em atitudes de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compaixão, rezemos: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Transfigurai-nos, Senhor!</a:t>
            </a:r>
            <a:endParaRPr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Preces da Comunidade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93" name="Google Shape;493;p7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Senhor, que todos os povos amem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direito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 a justiça, a fim de que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construam uma sociedade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fraterna e pautada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pelos valores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do Evangelho, rezemos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Transfigurai-nos, Senhor!</a:t>
            </a:r>
            <a:endParaRPr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Preces da Comunidade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93" name="Google Shape;493;p7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7924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Senhor, que a nossa comunidade,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 exemplo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 Abraão, seja uma fonte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 bênçãos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em nosso bairro testemunhando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com a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palavra e a vida o Evangelho da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salvação, rezemos: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Transfigurai-nos, Senhor!</a:t>
            </a:r>
            <a:endParaRPr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Preces da Comunidade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93" name="Google Shape;493;p7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8779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Senhor, que neste tempo de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preparação para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 Páscoa não falte a vossa graça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para nos sustentar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em nossa conversão, penitências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 obras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 misericórdia, rezemos: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Transfigurai-nos, Senhor!</a:t>
            </a:r>
            <a:endParaRPr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Preces da Comunidade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93" name="Google Shape;493;p7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77101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5.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Senhor, que esta Campanha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da Fraternidade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Ecumênica relembre 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nosso compromisso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convosco em promover 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amor, a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unidade e a paz com todos os cristãos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 pessoas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 boa vontade,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rezemos: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Transfigurai-nos, Senhor!</a:t>
            </a:r>
            <a:endParaRPr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Preces da Comunidade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93" name="Google Shape;493;p7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65907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Outras preces...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Transfigurai-nos, Senhor!</a:t>
            </a:r>
            <a:endParaRPr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Preces da Comunidade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93" name="Google Shape;493;p7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9600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Recebei, ó Pai do Céu, em vosso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bondoso coração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os pedidos destes vossos filhos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 filhas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que desejam iluminar o mundo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com a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vossa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graça.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Por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Cristo, nosso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Senhor.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Liturgia da Palavra - Preces da Comunidade</a:t>
            </a:r>
            <a:endParaRPr sz="1600" b="1">
              <a:solidFill>
                <a:srgbClr val="F3F3F3"/>
              </a:solidFill>
            </a:endParaRPr>
          </a:p>
        </p:txBody>
      </p:sp>
      <p:sp>
        <p:nvSpPr>
          <p:cNvPr id="493" name="Google Shape;493;p7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70888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7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Orai, irmãos e irmãs, para que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levando ao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altar as alegrias e fadigas de cada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dia, nos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disponhamos a oferecer um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sacrifício aceito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por Deus Pai todo-poderoso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dirty="0" smtClean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Receba o Senhor por tuas mãos este sacrifício, para glória do seu nome, para nosso bem e de toda a santa Igreja.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7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7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Liturgia Eucarística </a:t>
            </a:r>
            <a:r>
              <a:rPr lang="pt-BR" sz="1600" b="1" dirty="0">
                <a:solidFill>
                  <a:srgbClr val="F3F3F3"/>
                </a:solidFill>
              </a:rPr>
              <a:t>- Convite à Oração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545" name="Google Shape;545;p7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79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Ó Deus, que estas oferendas lavem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os nossos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pecados e nos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santifiquem inteiramente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para celebrarmos 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Páscoa.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Por Cristo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nosso Senhor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Amém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79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79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Liturgia Eucarística </a:t>
            </a:r>
            <a:r>
              <a:rPr lang="pt-BR" sz="1600" b="1" dirty="0">
                <a:solidFill>
                  <a:srgbClr val="F3F3F3"/>
                </a:solidFill>
              </a:rPr>
              <a:t>- Oração Sobre as Oferendas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553" name="Google Shape;553;p79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Oração Eucarística </a:t>
            </a: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III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Prefácio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 transfiguração do Senhor</a:t>
            </a: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Senhor esteja convosco.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Ele está no meio de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nós.</a:t>
            </a: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Liturgia Eucarística - Oração Eucarística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Corações ao alto.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nosso coração está em Deus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emos graças ao Senhor, nosso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Deus.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É nosso dever e nossa salvação.</a:t>
            </a:r>
            <a:endParaRPr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047167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 verdade, é justo e necessário, é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nosso dever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salvação dar-vos graças, sempre 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 todo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lugar, Senhor, Pai santo, Deus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eterno 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todo-poderoso, por Cristo, Senhor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nosso. Tendo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predito aos discípulos a própria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morte, Jesus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lhes mostra, na montanha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sagrada, todo 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seu esplendor. E com 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testemunho da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Lei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43369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dos Profetas, simbolizados em Moisés e Elias, nos ensina que, pela Paixão e Cruz, chegará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à glória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 ressurreição.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E, enquanto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esperamos a realização plena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vossas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promessas, com os anjos e com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todos 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santos nós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vos aclamamos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cantando (dizendo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) a uma só voz:</a:t>
            </a: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158524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724110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717339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Santo, Santo,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Santo,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Senhor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Deus do universo!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céu e a terra proclamam a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vossa glória.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Hosana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nas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alturas!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Bendito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que vem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em nome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do Senhor!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Hosana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nas alturas!</a:t>
            </a:r>
            <a:endParaRPr lang="pt-BR" sz="3500" b="1" dirty="0" smtClean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328013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 verdade, vós sois santo, ó Deus do universo, e tudo o que criastes proclama o vosso louvor, porque, por Jesus Cristo, vosso Filho e Senhor nosso, e pela força do Espírito Santo, dais vida e santidade a todas as coisas e não cessais de reunir o vosso povo, para que vos ofereça em toda parte, do nascer ao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pôr</a:t>
            </a:r>
            <a:endParaRPr lang="pt-BR"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677927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sol, um sacrifício perfeito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Santificai e reuni o vosso povo!</a:t>
            </a:r>
            <a:endParaRPr lang="pt-BR" sz="3500" b="1" dirty="0" smtClean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isso, nós vos suplicamos: santificai pelo Espírito Santo as oferendas que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vos apresentamos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 serem consagradas, a fim de que se tornem o Corpo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</a:t>
            </a:r>
            <a:r>
              <a:rPr lang="pt-BR" sz="3200" b="1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†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 Sangue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</a:t>
            </a:r>
            <a:endParaRPr lang="pt-BR"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328883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Jesus Cristo,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vosso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Filho e Senhor nosso, que nos mandou celebrar este mistério.</a:t>
            </a:r>
            <a:endParaRPr lang="pt-BR" sz="3500" dirty="0" smtClean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Santificai nossa oferenda, ó Senhor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</a:p>
          <a:p>
            <a:pPr mar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 noite em que ia ser entregue, ele tomou o pão, deu graças, e o partiu e deu a seus discípulos, dizendo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lang="pt-BR"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914787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613400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Eis o mistério da fé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Salvador do mundo, salvai-nos, vós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que nos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libertastes pela cruz e ressurreição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94758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Celebrando agora, ó Pai, a memória do vosso Filho, da sua paixão que nos salva, da sua gloriosa ressurreição e da sua ascensão ao céu, e enquanto esperamos a sua nova vinda, nós vos oferecemos em ação de graças este sacrifício de vida e santidade.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Recebei, ó Senhor, a nossa oferta!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905644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8" y="771750"/>
            <a:ext cx="8892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Olhai com bondade a oferenda da vossa Igreja, reconhecei o sacrifício que nos reconcilia convosco e concedei que, alimentando-nos com o Corpo e o Sangue do vosso Filho, sejamos repletos do Espírito Santo e nos tornemos em Cristo um só corpo e um só espírito.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Fazei de nós um só corpo e um só espírito!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84282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784997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 ele faça de nós uma oferenda perfeita para alcançarmos a vida eterna com os vossos santos: a Virgem Maria, Mãe de Deus, São José, seu esposo, os vossos Apóstolos e Mártires,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(N.)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todos os santos, que não cessam de interceder por nós na vossa presença.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Fazei de nós uma perfeita oferenda!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873098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784997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agora, nós vos suplicamos, ó Pai, que este sacrifício da nossa reconciliação estenda a paz e a salvação ao mundo inteiro. Confirmai na fé e na caridade a vossa Igreja, enquanto caminha neste mundo: o vosso servo o Papa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Francisco,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nosso Bispo </a:t>
            </a:r>
            <a:r>
              <a:rPr lang="pt-BR" sz="3500" dirty="0" err="1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Orani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 os bispos do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mundo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57015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784997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inteiro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o clero e todo o povo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 conquistastes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Lembrai-vos, ó Pai, da vossa Igreja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</a:p>
          <a:p>
            <a:pPr marL="0" lv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Atendei às preces da vossa família, que está aqui, na vossa presença. Reuni em vós, Pai de misericórdia, todos os vossos filhos 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filhas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219820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784997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dispersos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pelo mundo inteiro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Lembrai-vos, ó Pai, dos vossos filhos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lang="pt-BR"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Acolhei com bondade no vosso reino os nossos irmãos e irmãs que partiram desta vida e todos os que morreram na vossa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amizade. Unidos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eles, esperamos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também nós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603739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784997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saciar-nos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eternamente da vossa glória, por Cristo, Senhor nosso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 todos saciai com vossa glória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lang="pt-BR"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ele dais ao mundo todo bem e toda graça. Por Cristo, com Cristo, em Cristo, a vós, Deus Pai todo-poderoso, na unidade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222721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784997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Espírito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Santo, toda a honra e toda a glória, agora e para sempre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Oração Eucarística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287241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892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Rito da Comunhão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Obedientes à Palavra do Salvador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formados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seu divino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ensinamento, ousamos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dizer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Pai nosso que estais nos Céus, santificado seja o Vosso Nome,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venha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 nós o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Vosso reino,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Rito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12536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seja feita a Vossa vontade, assim na terra como no Céu. O pão nosso de cada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dia nos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dai hoje; perdoai-nos as nossas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ofensas, assim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como nós perdoamos a quem nos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tem ofendido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e não nos deixeis cair em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tentação, mas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livrai-nos do mal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0" indent="0" algn="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(*Após 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 Pai Nosso não se diz </a:t>
            </a: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Amém.)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Rito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486097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432707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Livrai-nos de todos os males, ó Pai, 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dai-nos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hoje a vossa paz. Ajudados pela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vossa misericórdia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sejamos sempre livres do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pecado 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protegidos de todos os perigos,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enquanto, vivendo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esperança,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aguardamos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vinda de Cristo salvador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Vosso é o Reino, o poder e a glória para sempre!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Rito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523579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Senhor Jesus Cristo, dissestes aos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vossos apóstolos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eu vos deixo a paz, eu vos dou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minha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paz. Não olheis os nossos pecados,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mas 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fé que anima vossa Igreja; dai-lhe, segundo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vosso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desejo,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paz e a unidade. Vós, que sois Deus, com o Pai e o Espírito Santo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Rito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569779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paz do Senhor esteja sempre convosco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amor de Cristo nos uniu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Rito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06922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Cordeiro de Deus, que tirais o pecado do mundo, tende piedade de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nós.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Cordeiro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 Deus, que tirais o pecado do mundo, tende piedade de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nós.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Cordeiro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 Deus que tirais o pecado do mundo, dai-nos a paz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Rito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75851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Felizes os convidados para a ceia do Senhor. Eis o Cordeiro de Deus, que tira o pecado do mundo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Senhor, eu não sou digno de que entreis em minha morada, mas dizei uma palavra e serei salvo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Rito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025919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224409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344514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buNone/>
            </a:pP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endParaRPr lang="pt-BR" sz="35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COMUNHÃO</a:t>
            </a:r>
          </a:p>
          <a:p>
            <a:pPr marL="0" lvl="0" indent="0" algn="ctr">
              <a:lnSpc>
                <a:spcPct val="100000"/>
              </a:lnSpc>
              <a:buNone/>
            </a:pPr>
            <a:endParaRPr lang="pt-BR" sz="35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 algn="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(Aguardem os padres e ministros</a:t>
            </a:r>
            <a:b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nos seus lugares.)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</a:t>
            </a:r>
            <a:r>
              <a:rPr lang="pt-BR" sz="1600" b="1" dirty="0" smtClean="0">
                <a:solidFill>
                  <a:srgbClr val="F3F3F3"/>
                </a:solidFill>
              </a:rPr>
              <a:t>Eucarística</a:t>
            </a:r>
            <a:endParaRPr lang="pt-BR"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765961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Antífona da Comunhão (</a:t>
            </a:r>
            <a:r>
              <a:rPr lang="pt-BR" sz="3500" b="1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Mt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17,5)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Este é o meu Filho muito amado, no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qual eu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pus todo o meu amor: escutai-o!</a:t>
            </a: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Eucarística - Antífona da Comunhão</a:t>
            </a: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13048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buNone/>
            </a:pP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endParaRPr lang="pt-BR" sz="35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AÇÃO DE GRAÇAS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</a:t>
            </a:r>
            <a:r>
              <a:rPr lang="pt-BR" sz="1600" b="1" dirty="0" smtClean="0">
                <a:solidFill>
                  <a:srgbClr val="F3F3F3"/>
                </a:solidFill>
              </a:rPr>
              <a:t>Eucarística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763140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100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OREMOS: Nós comungamos,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Senhor Deus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no mistério da vossa glória, 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nos empenhamos em render-vos graças, porque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nos concedeis, ainda na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terra, participar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 coisas do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céu.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Cristo, nosso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Senhor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Amém</a:t>
            </a:r>
            <a:r>
              <a:rPr lang="pt-BR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0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20" name="Google Shape;720;p10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Liturgia </a:t>
            </a:r>
            <a:r>
              <a:rPr lang="pt-BR" sz="1600" b="1" dirty="0" smtClean="0">
                <a:solidFill>
                  <a:srgbClr val="F3F3F3"/>
                </a:solidFill>
              </a:rPr>
              <a:t>Eucarística </a:t>
            </a:r>
            <a:r>
              <a:rPr lang="pt-BR" sz="1600" b="1" dirty="0">
                <a:solidFill>
                  <a:srgbClr val="F3F3F3"/>
                </a:solidFill>
              </a:rPr>
              <a:t>- Depois da Comunhão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21" name="Google Shape;721;p10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10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28" name="Google Shape;728;p10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Finais - Vivência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29" name="Google Shape;729;p10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718;p100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Deus enviou Abraão a outros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lugares para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 tornar uma fonte de bênçãos.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 nesta semana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saindo de nossas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comodidades possamos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praticar uma boa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ação, como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fruto de nossa conversão 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bênção luminosa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Deus para quem recebê-la.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Benção Final e Despedida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 Senhor esteja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convosco.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Ele está no meio de nós</a:t>
            </a:r>
            <a:r>
              <a:rPr lang="pt-BR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0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10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Finais - Bênção Final e Despedida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53" name="Google Shape;753;p10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Deus, Pai de misericórdia, conceda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todos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vós, como concedeu ao filho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pródigo, 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alegria do retorno à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casa.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Amém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b="1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0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10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Finais - Bênção Final e Despedida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53" name="Google Shape;753;p10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7544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Senhor Jesus Cristo, modelo de oração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de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vida, vos guie nesta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caminhada quaresmal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uma verdadeira conversão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Amém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b="1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0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10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Finais - Bênção Final e Despedida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53" name="Google Shape;753;p10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456662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Espírito de sabedoria e fortaleza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vos sustente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 luta contra o mal, para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poderdes com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Cristo celebrar a vitória da Páscoa.</a:t>
            </a:r>
            <a:endParaRPr lang="pt-BR" sz="3500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Amém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b="1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0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10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Finais - Bênção Final e Despedida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53" name="Google Shape;753;p10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743605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Abençoe-vos Deus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todo-poderoso, Pai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Filho </a:t>
            </a:r>
            <a:r>
              <a:rPr lang="pt-BR" sz="3600" b="1" spc="-1" dirty="0" smtClean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†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Espírito Santo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Amém</a:t>
            </a:r>
            <a:r>
              <a:rPr lang="pt-BR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0" lv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Glorificai o Senhor com vossa vida;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 em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paz e o Senhor vos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acompanhe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Graças a Deus.</a:t>
            </a:r>
          </a:p>
        </p:txBody>
      </p:sp>
      <p:sp>
        <p:nvSpPr>
          <p:cNvPr id="751" name="Google Shape;751;p10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10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Finais - Bênção Final e Despedida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53" name="Google Shape;753;p10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527478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ORAÇÃO DO DIZIMISTA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“Recebei, Senhor, a minha oferta. Não é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uma esmola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porque não sois mendigo! Não é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um auxílio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porque não precisais dele!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Também não é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que me sobra, que vos ofereço.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Esta oferta representa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minha gratidão! Pois 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tenho eu 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recebi de vós. Amém!”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0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10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ORAÇÃO DO DIZIMISTA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53" name="Google Shape;753;p10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621805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2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ORAÇÃO DA CAMPANHA DA FRATERNIDADE 2021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Deus da vida, da justiça e do amor, / nós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te bendizemos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pelo dom da fraternidade / 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por concederes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graça de vivermos 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comunhão na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diversidade. / Através desta Campanha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da Fraternidade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Ecumênica, / ajuda-nos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testemunhar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beleza do diálogo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0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10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ORAÇÃO DA CAMPANHA DA FRATERNIDADE 2021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53" name="Google Shape;753;p10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48508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como compromisso de amor, criando pontes que unem / em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vez de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muros que separam e geram indiferença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ódio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 / Torna-nos pessoas sensíveis 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disponíveis para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servir a toda a humanidade, / em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especial, aos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mais pobres e fragilizados, / a fim de que possamos testemunhar o teu amor redentor /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0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10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ORAÇÃO DA CAMPANHA DA FRATERNIDADE 2021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53" name="Google Shape;753;p10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586610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partilhar suas dores e angústias, suas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alegrias 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esperanças, / caminhando pelas veredas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da amorosidade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 / Por Jesus Cristo, nossa paz,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/ no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Espírito Santo, sopro restaurador da vida.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/ Amém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0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10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ORAÇÃO DA CAMPANHA DA FRATERNIDADE 2021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53" name="Google Shape;753;p10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751527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1771</TotalTime>
  <Words>4217</Words>
  <Application>Microsoft Office PowerPoint</Application>
  <PresentationFormat>Apresentação na tela (16:9)</PresentationFormat>
  <Paragraphs>355</Paragraphs>
  <Slides>98</Slides>
  <Notes>98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98</vt:i4>
      </vt:variant>
    </vt:vector>
  </HeadingPairs>
  <TitlesOfParts>
    <vt:vector size="102" baseType="lpstr">
      <vt:lpstr>Arial</vt:lpstr>
      <vt:lpstr>Calibri</vt:lpstr>
      <vt:lpstr>Cambria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Alessa</dc:creator>
  <cp:lastModifiedBy>Ale</cp:lastModifiedBy>
  <cp:revision>267</cp:revision>
  <dcterms:modified xsi:type="dcterms:W3CDTF">2021-02-27T19:22:11Z</dcterms:modified>
</cp:coreProperties>
</file>